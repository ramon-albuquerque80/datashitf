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70" r:id="rId3"/>
    <p:sldId id="271" r:id="rId4"/>
    <p:sldId id="257" r:id="rId5"/>
    <p:sldId id="259" r:id="rId6"/>
    <p:sldId id="260" r:id="rId7"/>
    <p:sldId id="261" r:id="rId8"/>
    <p:sldId id="262" r:id="rId9"/>
    <p:sldId id="265" r:id="rId10"/>
    <p:sldId id="263" r:id="rId11"/>
    <p:sldId id="264" r:id="rId12"/>
    <p:sldId id="266" r:id="rId13"/>
    <p:sldId id="268" r:id="rId14"/>
    <p:sldId id="267" r:id="rId15"/>
    <p:sldId id="269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5" d="100"/>
          <a:sy n="75" d="100"/>
        </p:scale>
        <p:origin x="54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on Albuquerque" userId="bc6fce64cd60bdbc" providerId="LiveId" clId="{31775436-665D-4903-B6D1-3B5587B11F51}"/>
    <pc:docChg chg="undo custSel addSld delSld modSld sldOrd">
      <pc:chgData name="Ramon Albuquerque" userId="bc6fce64cd60bdbc" providerId="LiveId" clId="{31775436-665D-4903-B6D1-3B5587B11F51}" dt="2025-11-04T18:24:25.401" v="2924" actId="680"/>
      <pc:docMkLst>
        <pc:docMk/>
      </pc:docMkLst>
      <pc:sldChg chg="addSp delSp modSp mod">
        <pc:chgData name="Ramon Albuquerque" userId="bc6fce64cd60bdbc" providerId="LiveId" clId="{31775436-665D-4903-B6D1-3B5587B11F51}" dt="2025-11-02T16:17:51.336" v="653" actId="207"/>
        <pc:sldMkLst>
          <pc:docMk/>
          <pc:sldMk cId="3059215212" sldId="256"/>
        </pc:sldMkLst>
        <pc:spChg chg="mod">
          <ac:chgData name="Ramon Albuquerque" userId="bc6fce64cd60bdbc" providerId="LiveId" clId="{31775436-665D-4903-B6D1-3B5587B11F51}" dt="2025-11-02T16:17:51.336" v="653" actId="207"/>
          <ac:spMkLst>
            <pc:docMk/>
            <pc:sldMk cId="3059215212" sldId="256"/>
            <ac:spMk id="2" creationId="{7BED800A-E7E1-C5D4-EC2D-C9418BCF6D71}"/>
          </ac:spMkLst>
        </pc:spChg>
        <pc:spChg chg="del">
          <ac:chgData name="Ramon Albuquerque" userId="bc6fce64cd60bdbc" providerId="LiveId" clId="{31775436-665D-4903-B6D1-3B5587B11F51}" dt="2025-11-02T16:15:00.709" v="546" actId="478"/>
          <ac:spMkLst>
            <pc:docMk/>
            <pc:sldMk cId="3059215212" sldId="256"/>
            <ac:spMk id="3" creationId="{8321D435-31BB-67CF-D918-642FFD4A2633}"/>
          </ac:spMkLst>
        </pc:spChg>
        <pc:spChg chg="add mod">
          <ac:chgData name="Ramon Albuquerque" userId="bc6fce64cd60bdbc" providerId="LiveId" clId="{31775436-665D-4903-B6D1-3B5587B11F51}" dt="2025-11-02T16:17:19.653" v="652" actId="2711"/>
          <ac:spMkLst>
            <pc:docMk/>
            <pc:sldMk cId="3059215212" sldId="256"/>
            <ac:spMk id="4" creationId="{1B68A2C9-522D-CA0E-0704-FC5CECC0F126}"/>
          </ac:spMkLst>
        </pc:spChg>
        <pc:spChg chg="add mod">
          <ac:chgData name="Ramon Albuquerque" userId="bc6fce64cd60bdbc" providerId="LiveId" clId="{31775436-665D-4903-B6D1-3B5587B11F51}" dt="2025-11-02T16:17:14.002" v="651" actId="2711"/>
          <ac:spMkLst>
            <pc:docMk/>
            <pc:sldMk cId="3059215212" sldId="256"/>
            <ac:spMk id="5" creationId="{0E3D7368-1910-978C-1AAE-F01936AFA380}"/>
          </ac:spMkLst>
        </pc:spChg>
      </pc:sldChg>
      <pc:sldChg chg="modSp mod">
        <pc:chgData name="Ramon Albuquerque" userId="bc6fce64cd60bdbc" providerId="LiveId" clId="{31775436-665D-4903-B6D1-3B5587B11F51}" dt="2025-11-02T16:17:56.728" v="654" actId="207"/>
        <pc:sldMkLst>
          <pc:docMk/>
          <pc:sldMk cId="2757113477" sldId="257"/>
        </pc:sldMkLst>
        <pc:spChg chg="mod">
          <ac:chgData name="Ramon Albuquerque" userId="bc6fce64cd60bdbc" providerId="LiveId" clId="{31775436-665D-4903-B6D1-3B5587B11F51}" dt="2025-11-02T16:17:56.728" v="654" actId="207"/>
          <ac:spMkLst>
            <pc:docMk/>
            <pc:sldMk cId="2757113477" sldId="257"/>
            <ac:spMk id="2" creationId="{966044CD-A757-C3F6-6F85-16777D6E3163}"/>
          </ac:spMkLst>
        </pc:spChg>
        <pc:graphicFrameChg chg="mod modGraphic">
          <ac:chgData name="Ramon Albuquerque" userId="bc6fce64cd60bdbc" providerId="LiveId" clId="{31775436-665D-4903-B6D1-3B5587B11F51}" dt="2025-10-29T00:29:39.863" v="291" actId="1076"/>
          <ac:graphicFrameMkLst>
            <pc:docMk/>
            <pc:sldMk cId="2757113477" sldId="257"/>
            <ac:graphicFrameMk id="4" creationId="{482F0AC8-8FA1-326F-8BBF-DA66AD6BFB46}"/>
          </ac:graphicFrameMkLst>
        </pc:graphicFrameChg>
      </pc:sldChg>
      <pc:sldChg chg="addSp modSp add del mod ord">
        <pc:chgData name="Ramon Albuquerque" userId="bc6fce64cd60bdbc" providerId="LiveId" clId="{31775436-665D-4903-B6D1-3B5587B11F51}" dt="2025-11-02T17:13:23.132" v="1347" actId="20577"/>
        <pc:sldMkLst>
          <pc:docMk/>
          <pc:sldMk cId="354422531" sldId="259"/>
        </pc:sldMkLst>
        <pc:spChg chg="add mod">
          <ac:chgData name="Ramon Albuquerque" userId="bc6fce64cd60bdbc" providerId="LiveId" clId="{31775436-665D-4903-B6D1-3B5587B11F51}" dt="2025-10-29T00:34:51.877" v="349"/>
          <ac:spMkLst>
            <pc:docMk/>
            <pc:sldMk cId="354422531" sldId="259"/>
            <ac:spMk id="2" creationId="{5ED310F2-8C65-A42B-7EE4-54A8E3035B7F}"/>
          </ac:spMkLst>
        </pc:spChg>
        <pc:spChg chg="add mod">
          <ac:chgData name="Ramon Albuquerque" userId="bc6fce64cd60bdbc" providerId="LiveId" clId="{31775436-665D-4903-B6D1-3B5587B11F51}" dt="2025-10-29T00:35:04.002" v="350"/>
          <ac:spMkLst>
            <pc:docMk/>
            <pc:sldMk cId="354422531" sldId="259"/>
            <ac:spMk id="3" creationId="{D542D7BA-B4FA-FAAF-593D-D86E581456F8}"/>
          </ac:spMkLst>
        </pc:spChg>
        <pc:spChg chg="add mod">
          <ac:chgData name="Ramon Albuquerque" userId="bc6fce64cd60bdbc" providerId="LiveId" clId="{31775436-665D-4903-B6D1-3B5587B11F51}" dt="2025-11-02T17:02:14.680" v="1221" actId="20577"/>
          <ac:spMkLst>
            <pc:docMk/>
            <pc:sldMk cId="354422531" sldId="259"/>
            <ac:spMk id="4" creationId="{314D2B36-72DF-A4C8-4A20-C9E2249DCD5D}"/>
          </ac:spMkLst>
        </pc:spChg>
        <pc:spChg chg="add mod">
          <ac:chgData name="Ramon Albuquerque" userId="bc6fce64cd60bdbc" providerId="LiveId" clId="{31775436-665D-4903-B6D1-3B5587B11F51}" dt="2025-11-02T17:13:23.132" v="1347" actId="20577"/>
          <ac:spMkLst>
            <pc:docMk/>
            <pc:sldMk cId="354422531" sldId="259"/>
            <ac:spMk id="5" creationId="{BF35B943-21F2-24D5-FEFB-51FAC2C2CEB4}"/>
          </ac:spMkLst>
        </pc:spChg>
        <pc:graphicFrameChg chg="mod">
          <ac:chgData name="Ramon Albuquerque" userId="bc6fce64cd60bdbc" providerId="LiveId" clId="{31775436-665D-4903-B6D1-3B5587B11F51}" dt="2025-11-02T16:18:33.163" v="664" actId="207"/>
          <ac:graphicFrameMkLst>
            <pc:docMk/>
            <pc:sldMk cId="354422531" sldId="259"/>
            <ac:graphicFrameMk id="9" creationId="{ED6C60CC-30EC-C23C-E76A-4122BCF6CC18}"/>
          </ac:graphicFrameMkLst>
        </pc:graphicFrameChg>
      </pc:sldChg>
      <pc:sldChg chg="modSp mod">
        <pc:chgData name="Ramon Albuquerque" userId="bc6fce64cd60bdbc" providerId="LiveId" clId="{31775436-665D-4903-B6D1-3B5587B11F51}" dt="2025-11-02T16:18:01.911" v="655" actId="207"/>
        <pc:sldMkLst>
          <pc:docMk/>
          <pc:sldMk cId="2770176538" sldId="260"/>
        </pc:sldMkLst>
        <pc:spChg chg="mod">
          <ac:chgData name="Ramon Albuquerque" userId="bc6fce64cd60bdbc" providerId="LiveId" clId="{31775436-665D-4903-B6D1-3B5587B11F51}" dt="2025-11-02T16:18:01.911" v="655" actId="207"/>
          <ac:spMkLst>
            <pc:docMk/>
            <pc:sldMk cId="2770176538" sldId="260"/>
            <ac:spMk id="2" creationId="{966044CD-A757-C3F6-6F85-16777D6E3163}"/>
          </ac:spMkLst>
        </pc:spChg>
        <pc:graphicFrameChg chg="mod modGraphic">
          <ac:chgData name="Ramon Albuquerque" userId="bc6fce64cd60bdbc" providerId="LiveId" clId="{31775436-665D-4903-B6D1-3B5587B11F51}" dt="2025-10-29T00:28:19.026" v="280" actId="1076"/>
          <ac:graphicFrameMkLst>
            <pc:docMk/>
            <pc:sldMk cId="2770176538" sldId="260"/>
            <ac:graphicFrameMk id="4" creationId="{482F0AC8-8FA1-326F-8BBF-DA66AD6BFB46}"/>
          </ac:graphicFrameMkLst>
        </pc:graphicFrameChg>
      </pc:sldChg>
      <pc:sldChg chg="addSp modSp mod">
        <pc:chgData name="Ramon Albuquerque" userId="bc6fce64cd60bdbc" providerId="LiveId" clId="{31775436-665D-4903-B6D1-3B5587B11F51}" dt="2025-11-02T17:13:30.573" v="1351" actId="20577"/>
        <pc:sldMkLst>
          <pc:docMk/>
          <pc:sldMk cId="702399928" sldId="261"/>
        </pc:sldMkLst>
        <pc:spChg chg="add mod">
          <ac:chgData name="Ramon Albuquerque" userId="bc6fce64cd60bdbc" providerId="LiveId" clId="{31775436-665D-4903-B6D1-3B5587B11F51}" dt="2025-10-29T00:32:29.670" v="324" actId="1076"/>
          <ac:spMkLst>
            <pc:docMk/>
            <pc:sldMk cId="702399928" sldId="261"/>
            <ac:spMk id="2" creationId="{388357B2-0017-7D0F-9637-F5C1E204C1B3}"/>
          </ac:spMkLst>
        </pc:spChg>
        <pc:spChg chg="add mod">
          <ac:chgData name="Ramon Albuquerque" userId="bc6fce64cd60bdbc" providerId="LiveId" clId="{31775436-665D-4903-B6D1-3B5587B11F51}" dt="2025-10-29T00:32:34.234" v="325" actId="1076"/>
          <ac:spMkLst>
            <pc:docMk/>
            <pc:sldMk cId="702399928" sldId="261"/>
            <ac:spMk id="3" creationId="{C77247B5-2031-1160-A311-6AECD9A330D9}"/>
          </ac:spMkLst>
        </pc:spChg>
        <pc:spChg chg="add mod">
          <ac:chgData name="Ramon Albuquerque" userId="bc6fce64cd60bdbc" providerId="LiveId" clId="{31775436-665D-4903-B6D1-3B5587B11F51}" dt="2025-11-02T17:02:02.031" v="1216" actId="20577"/>
          <ac:spMkLst>
            <pc:docMk/>
            <pc:sldMk cId="702399928" sldId="261"/>
            <ac:spMk id="5" creationId="{B1B26D4A-3CBA-D79C-F07F-70653D41A953}"/>
          </ac:spMkLst>
        </pc:spChg>
        <pc:spChg chg="add mod">
          <ac:chgData name="Ramon Albuquerque" userId="bc6fce64cd60bdbc" providerId="LiveId" clId="{31775436-665D-4903-B6D1-3B5587B11F51}" dt="2025-11-02T17:13:30.573" v="1351" actId="20577"/>
          <ac:spMkLst>
            <pc:docMk/>
            <pc:sldMk cId="702399928" sldId="261"/>
            <ac:spMk id="6" creationId="{0AAB221C-D2F4-BAD8-2D31-A31A44DE47BD}"/>
          </ac:spMkLst>
        </pc:spChg>
        <pc:graphicFrameChg chg="mod">
          <ac:chgData name="Ramon Albuquerque" userId="bc6fce64cd60bdbc" providerId="LiveId" clId="{31775436-665D-4903-B6D1-3B5587B11F51}" dt="2025-10-29T00:31:41.531" v="309" actId="403"/>
          <ac:graphicFrameMkLst>
            <pc:docMk/>
            <pc:sldMk cId="702399928" sldId="261"/>
            <ac:graphicFrameMk id="4" creationId="{DE84B958-3A82-CF1D-EC93-D038C7CAEFE4}"/>
          </ac:graphicFrameMkLst>
        </pc:graphicFrameChg>
      </pc:sldChg>
      <pc:sldChg chg="addSp delSp modSp mod">
        <pc:chgData name="Ramon Albuquerque" userId="bc6fce64cd60bdbc" providerId="LiveId" clId="{31775436-665D-4903-B6D1-3B5587B11F51}" dt="2025-11-02T16:18:44.918" v="666" actId="207"/>
        <pc:sldMkLst>
          <pc:docMk/>
          <pc:sldMk cId="3134203965" sldId="262"/>
        </pc:sldMkLst>
        <pc:spChg chg="mod">
          <ac:chgData name="Ramon Albuquerque" userId="bc6fce64cd60bdbc" providerId="LiveId" clId="{31775436-665D-4903-B6D1-3B5587B11F51}" dt="2025-11-02T16:18:44.918" v="666" actId="207"/>
          <ac:spMkLst>
            <pc:docMk/>
            <pc:sldMk cId="3134203965" sldId="262"/>
            <ac:spMk id="2" creationId="{03600DDF-78A4-C300-6B5F-D0D6CEC0F5C0}"/>
          </ac:spMkLst>
        </pc:spChg>
        <pc:spChg chg="del">
          <ac:chgData name="Ramon Albuquerque" userId="bc6fce64cd60bdbc" providerId="LiveId" clId="{31775436-665D-4903-B6D1-3B5587B11F51}" dt="2025-10-29T00:06:44.257" v="0" actId="478"/>
          <ac:spMkLst>
            <pc:docMk/>
            <pc:sldMk cId="3134203965" sldId="262"/>
            <ac:spMk id="3" creationId="{352A6662-6550-49A4-D6C5-150B4525A2F6}"/>
          </ac:spMkLst>
        </pc:spChg>
        <pc:graphicFrameChg chg="add mod modGraphic">
          <ac:chgData name="Ramon Albuquerque" userId="bc6fce64cd60bdbc" providerId="LiveId" clId="{31775436-665D-4903-B6D1-3B5587B11F51}" dt="2025-10-29T00:27:47.385" v="276" actId="255"/>
          <ac:graphicFrameMkLst>
            <pc:docMk/>
            <pc:sldMk cId="3134203965" sldId="262"/>
            <ac:graphicFrameMk id="4" creationId="{A91CFF1B-C50D-0EE5-3564-8EE93DE645F3}"/>
          </ac:graphicFrameMkLst>
        </pc:graphicFrameChg>
      </pc:sldChg>
      <pc:sldChg chg="addSp delSp modSp new mod ord">
        <pc:chgData name="Ramon Albuquerque" userId="bc6fce64cd60bdbc" providerId="LiveId" clId="{31775436-665D-4903-B6D1-3B5587B11F51}" dt="2025-11-04T17:06:17.978" v="1678" actId="207"/>
        <pc:sldMkLst>
          <pc:docMk/>
          <pc:sldMk cId="2821395184" sldId="263"/>
        </pc:sldMkLst>
        <pc:spChg chg="del">
          <ac:chgData name="Ramon Albuquerque" userId="bc6fce64cd60bdbc" providerId="LiveId" clId="{31775436-665D-4903-B6D1-3B5587B11F51}" dt="2025-10-29T00:22:29.552" v="182" actId="478"/>
          <ac:spMkLst>
            <pc:docMk/>
            <pc:sldMk cId="2821395184" sldId="263"/>
            <ac:spMk id="2" creationId="{728DAA44-BE9D-6B88-0D01-1254E10CDDE9}"/>
          </ac:spMkLst>
        </pc:spChg>
        <pc:spChg chg="del">
          <ac:chgData name="Ramon Albuquerque" userId="bc6fce64cd60bdbc" providerId="LiveId" clId="{31775436-665D-4903-B6D1-3B5587B11F51}" dt="2025-10-29T00:22:22.612" v="180" actId="478"/>
          <ac:spMkLst>
            <pc:docMk/>
            <pc:sldMk cId="2821395184" sldId="263"/>
            <ac:spMk id="3" creationId="{DE5A0A1F-6163-C476-6BFF-AD81ADC8F426}"/>
          </ac:spMkLst>
        </pc:spChg>
        <pc:spChg chg="add mod">
          <ac:chgData name="Ramon Albuquerque" userId="bc6fce64cd60bdbc" providerId="LiveId" clId="{31775436-665D-4903-B6D1-3B5587B11F51}" dt="2025-11-04T17:06:17.978" v="1678" actId="207"/>
          <ac:spMkLst>
            <pc:docMk/>
            <pc:sldMk cId="2821395184" sldId="263"/>
            <ac:spMk id="5" creationId="{500EA7EF-E399-D33E-714F-DFDF9E9D7F05}"/>
          </ac:spMkLst>
        </pc:spChg>
        <pc:graphicFrameChg chg="add del mod modGraphic">
          <ac:chgData name="Ramon Albuquerque" userId="bc6fce64cd60bdbc" providerId="LiveId" clId="{31775436-665D-4903-B6D1-3B5587B11F51}" dt="2025-10-29T00:23:35.954" v="194" actId="478"/>
          <ac:graphicFrameMkLst>
            <pc:docMk/>
            <pc:sldMk cId="2821395184" sldId="263"/>
            <ac:graphicFrameMk id="4" creationId="{B3965A05-64DF-201E-62D9-48D8C5BD2BAB}"/>
          </ac:graphicFrameMkLst>
        </pc:graphicFrameChg>
        <pc:graphicFrameChg chg="add mod modGraphic">
          <ac:chgData name="Ramon Albuquerque" userId="bc6fce64cd60bdbc" providerId="LiveId" clId="{31775436-665D-4903-B6D1-3B5587B11F51}" dt="2025-10-29T00:27:18.434" v="274" actId="404"/>
          <ac:graphicFrameMkLst>
            <pc:docMk/>
            <pc:sldMk cId="2821395184" sldId="263"/>
            <ac:graphicFrameMk id="6" creationId="{4A0B4405-4FC2-0CF4-F35C-2A405A42664F}"/>
          </ac:graphicFrameMkLst>
        </pc:graphicFrameChg>
      </pc:sldChg>
      <pc:sldChg chg="addSp modSp add mod">
        <pc:chgData name="Ramon Albuquerque" userId="bc6fce64cd60bdbc" providerId="LiveId" clId="{31775436-665D-4903-B6D1-3B5587B11F51}" dt="2025-11-02T17:08:52.889" v="1325" actId="20577"/>
        <pc:sldMkLst>
          <pc:docMk/>
          <pc:sldMk cId="692781593" sldId="264"/>
        </pc:sldMkLst>
        <pc:spChg chg="mod">
          <ac:chgData name="Ramon Albuquerque" userId="bc6fce64cd60bdbc" providerId="LiveId" clId="{31775436-665D-4903-B6D1-3B5587B11F51}" dt="2025-11-02T16:11:07.614" v="463" actId="20577"/>
          <ac:spMkLst>
            <pc:docMk/>
            <pc:sldMk cId="692781593" sldId="264"/>
            <ac:spMk id="3" creationId="{C77247B5-2031-1160-A311-6AECD9A330D9}"/>
          </ac:spMkLst>
        </pc:spChg>
        <pc:spChg chg="add mod">
          <ac:chgData name="Ramon Albuquerque" userId="bc6fce64cd60bdbc" providerId="LiveId" clId="{31775436-665D-4903-B6D1-3B5587B11F51}" dt="2025-11-02T17:00:48.946" v="1180" actId="20577"/>
          <ac:spMkLst>
            <pc:docMk/>
            <pc:sldMk cId="692781593" sldId="264"/>
            <ac:spMk id="5" creationId="{2D1499E8-CB1E-4B13-238F-404D042E1553}"/>
          </ac:spMkLst>
        </pc:spChg>
        <pc:spChg chg="add mod">
          <ac:chgData name="Ramon Albuquerque" userId="bc6fce64cd60bdbc" providerId="LiveId" clId="{31775436-665D-4903-B6D1-3B5587B11F51}" dt="2025-11-02T17:08:52.889" v="1325" actId="20577"/>
          <ac:spMkLst>
            <pc:docMk/>
            <pc:sldMk cId="692781593" sldId="264"/>
            <ac:spMk id="6" creationId="{8069D8EB-50AF-A896-5E26-F5E456159592}"/>
          </ac:spMkLst>
        </pc:spChg>
        <pc:graphicFrameChg chg="mod">
          <ac:chgData name="Ramon Albuquerque" userId="bc6fce64cd60bdbc" providerId="LiveId" clId="{31775436-665D-4903-B6D1-3B5587B11F51}" dt="2025-11-02T16:10:54.512" v="447" actId="20577"/>
          <ac:graphicFrameMkLst>
            <pc:docMk/>
            <pc:sldMk cId="692781593" sldId="264"/>
            <ac:graphicFrameMk id="4" creationId="{DE84B958-3A82-CF1D-EC93-D038C7CAEFE4}"/>
          </ac:graphicFrameMkLst>
        </pc:graphicFrameChg>
      </pc:sldChg>
      <pc:sldChg chg="new del">
        <pc:chgData name="Ramon Albuquerque" userId="bc6fce64cd60bdbc" providerId="LiveId" clId="{31775436-665D-4903-B6D1-3B5587B11F51}" dt="2025-11-02T16:06:10.619" v="357" actId="47"/>
        <pc:sldMkLst>
          <pc:docMk/>
          <pc:sldMk cId="2958606798" sldId="264"/>
        </pc:sldMkLst>
      </pc:sldChg>
      <pc:sldChg chg="new del">
        <pc:chgData name="Ramon Albuquerque" userId="bc6fce64cd60bdbc" providerId="LiveId" clId="{31775436-665D-4903-B6D1-3B5587B11F51}" dt="2025-11-02T16:06:13.130" v="358" actId="47"/>
        <pc:sldMkLst>
          <pc:docMk/>
          <pc:sldMk cId="1993317403" sldId="265"/>
        </pc:sldMkLst>
      </pc:sldChg>
      <pc:sldChg chg="addSp modSp add mod ord">
        <pc:chgData name="Ramon Albuquerque" userId="bc6fce64cd60bdbc" providerId="LiveId" clId="{31775436-665D-4903-B6D1-3B5587B11F51}" dt="2025-11-02T17:08:17.307" v="1305" actId="20577"/>
        <pc:sldMkLst>
          <pc:docMk/>
          <pc:sldMk cId="4250941677" sldId="265"/>
        </pc:sldMkLst>
        <pc:spChg chg="mod">
          <ac:chgData name="Ramon Albuquerque" userId="bc6fce64cd60bdbc" providerId="LiveId" clId="{31775436-665D-4903-B6D1-3B5587B11F51}" dt="2025-11-02T16:11:34.337" v="485" actId="20577"/>
          <ac:spMkLst>
            <pc:docMk/>
            <pc:sldMk cId="4250941677" sldId="265"/>
            <ac:spMk id="3" creationId="{C77247B5-2031-1160-A311-6AECD9A330D9}"/>
          </ac:spMkLst>
        </pc:spChg>
        <pc:spChg chg="add mod">
          <ac:chgData name="Ramon Albuquerque" userId="bc6fce64cd60bdbc" providerId="LiveId" clId="{31775436-665D-4903-B6D1-3B5587B11F51}" dt="2025-11-02T17:01:28.951" v="1207" actId="20577"/>
          <ac:spMkLst>
            <pc:docMk/>
            <pc:sldMk cId="4250941677" sldId="265"/>
            <ac:spMk id="5" creationId="{BF46D0B7-B317-8EBA-6BBE-ECAC2A2C60C3}"/>
          </ac:spMkLst>
        </pc:spChg>
        <pc:spChg chg="add mod">
          <ac:chgData name="Ramon Albuquerque" userId="bc6fce64cd60bdbc" providerId="LiveId" clId="{31775436-665D-4903-B6D1-3B5587B11F51}" dt="2025-11-02T17:08:17.307" v="1305" actId="20577"/>
          <ac:spMkLst>
            <pc:docMk/>
            <pc:sldMk cId="4250941677" sldId="265"/>
            <ac:spMk id="6" creationId="{A627BC8E-D273-8D36-D31F-3D8872357AB8}"/>
          </ac:spMkLst>
        </pc:spChg>
        <pc:graphicFrameChg chg="mod">
          <ac:chgData name="Ramon Albuquerque" userId="bc6fce64cd60bdbc" providerId="LiveId" clId="{31775436-665D-4903-B6D1-3B5587B11F51}" dt="2025-11-02T16:13:47.223" v="505" actId="20577"/>
          <ac:graphicFrameMkLst>
            <pc:docMk/>
            <pc:sldMk cId="4250941677" sldId="265"/>
            <ac:graphicFrameMk id="4" creationId="{DE84B958-3A82-CF1D-EC93-D038C7CAEFE4}"/>
          </ac:graphicFrameMkLst>
        </pc:graphicFrameChg>
      </pc:sldChg>
      <pc:sldChg chg="addSp delSp modSp add mod">
        <pc:chgData name="Ramon Albuquerque" userId="bc6fce64cd60bdbc" providerId="LiveId" clId="{31775436-665D-4903-B6D1-3B5587B11F51}" dt="2025-11-02T16:41:19.032" v="894" actId="255"/>
        <pc:sldMkLst>
          <pc:docMk/>
          <pc:sldMk cId="3860359212" sldId="266"/>
        </pc:sldMkLst>
        <pc:spChg chg="mod">
          <ac:chgData name="Ramon Albuquerque" userId="bc6fce64cd60bdbc" providerId="LiveId" clId="{31775436-665D-4903-B6D1-3B5587B11F51}" dt="2025-11-02T16:21:49.434" v="736" actId="1076"/>
          <ac:spMkLst>
            <pc:docMk/>
            <pc:sldMk cId="3860359212" sldId="266"/>
            <ac:spMk id="2" creationId="{03600DDF-78A4-C300-6B5F-D0D6CEC0F5C0}"/>
          </ac:spMkLst>
        </pc:spChg>
        <pc:graphicFrameChg chg="add del mod">
          <ac:chgData name="Ramon Albuquerque" userId="bc6fce64cd60bdbc" providerId="LiveId" clId="{31775436-665D-4903-B6D1-3B5587B11F51}" dt="2025-11-02T16:27:16.650" v="769" actId="3680"/>
          <ac:graphicFrameMkLst>
            <pc:docMk/>
            <pc:sldMk cId="3860359212" sldId="266"/>
            <ac:graphicFrameMk id="3" creationId="{42C6A328-9F42-57F4-EB79-F87B4B2457C1}"/>
          </ac:graphicFrameMkLst>
        </pc:graphicFrameChg>
        <pc:graphicFrameChg chg="add del mod modGraphic">
          <ac:chgData name="Ramon Albuquerque" userId="bc6fce64cd60bdbc" providerId="LiveId" clId="{31775436-665D-4903-B6D1-3B5587B11F51}" dt="2025-11-02T16:41:19.032" v="894" actId="255"/>
          <ac:graphicFrameMkLst>
            <pc:docMk/>
            <pc:sldMk cId="3860359212" sldId="266"/>
            <ac:graphicFrameMk id="4" creationId="{A91CFF1B-C50D-0EE5-3564-8EE93DE645F3}"/>
          </ac:graphicFrameMkLst>
        </pc:graphicFrameChg>
      </pc:sldChg>
      <pc:sldChg chg="addSp delSp modSp add mod">
        <pc:chgData name="Ramon Albuquerque" userId="bc6fce64cd60bdbc" providerId="LiveId" clId="{31775436-665D-4903-B6D1-3B5587B11F51}" dt="2025-11-02T16:37:25.304" v="859" actId="255"/>
        <pc:sldMkLst>
          <pc:docMk/>
          <pc:sldMk cId="155677024" sldId="267"/>
        </pc:sldMkLst>
        <pc:spChg chg="del mod">
          <ac:chgData name="Ramon Albuquerque" userId="bc6fce64cd60bdbc" providerId="LiveId" clId="{31775436-665D-4903-B6D1-3B5587B11F51}" dt="2025-11-02T16:20:57.193" v="700" actId="478"/>
          <ac:spMkLst>
            <pc:docMk/>
            <pc:sldMk cId="155677024" sldId="267"/>
            <ac:spMk id="2" creationId="{03600DDF-78A4-C300-6B5F-D0D6CEC0F5C0}"/>
          </ac:spMkLst>
        </pc:spChg>
        <pc:spChg chg="add del mod">
          <ac:chgData name="Ramon Albuquerque" userId="bc6fce64cd60bdbc" providerId="LiveId" clId="{31775436-665D-4903-B6D1-3B5587B11F51}" dt="2025-11-02T16:21:00.277" v="701" actId="478"/>
          <ac:spMkLst>
            <pc:docMk/>
            <pc:sldMk cId="155677024" sldId="267"/>
            <ac:spMk id="5" creationId="{466160B9-089D-ED5D-A7C7-85BADFD5AA9B}"/>
          </ac:spMkLst>
        </pc:spChg>
        <pc:spChg chg="add mod">
          <ac:chgData name="Ramon Albuquerque" userId="bc6fce64cd60bdbc" providerId="LiveId" clId="{31775436-665D-4903-B6D1-3B5587B11F51}" dt="2025-11-02T16:21:54.758" v="738" actId="20577"/>
          <ac:spMkLst>
            <pc:docMk/>
            <pc:sldMk cId="155677024" sldId="267"/>
            <ac:spMk id="6" creationId="{0E1B0B0F-F789-3DFF-DBC9-AE6EF08D51EE}"/>
          </ac:spMkLst>
        </pc:spChg>
        <pc:graphicFrameChg chg="del">
          <ac:chgData name="Ramon Albuquerque" userId="bc6fce64cd60bdbc" providerId="LiveId" clId="{31775436-665D-4903-B6D1-3B5587B11F51}" dt="2025-11-02T16:29:36.185" v="775" actId="478"/>
          <ac:graphicFrameMkLst>
            <pc:docMk/>
            <pc:sldMk cId="155677024" sldId="267"/>
            <ac:graphicFrameMk id="4" creationId="{A91CFF1B-C50D-0EE5-3564-8EE93DE645F3}"/>
          </ac:graphicFrameMkLst>
        </pc:graphicFrameChg>
        <pc:graphicFrameChg chg="add del mod modGraphic">
          <ac:chgData name="Ramon Albuquerque" userId="bc6fce64cd60bdbc" providerId="LiveId" clId="{31775436-665D-4903-B6D1-3B5587B11F51}" dt="2025-11-02T16:35:26.308" v="818" actId="478"/>
          <ac:graphicFrameMkLst>
            <pc:docMk/>
            <pc:sldMk cId="155677024" sldId="267"/>
            <ac:graphicFrameMk id="7" creationId="{F39C3A8E-C39E-F665-057B-8F25D2ADCD67}"/>
          </ac:graphicFrameMkLst>
        </pc:graphicFrameChg>
        <pc:graphicFrameChg chg="add mod modGraphic">
          <ac:chgData name="Ramon Albuquerque" userId="bc6fce64cd60bdbc" providerId="LiveId" clId="{31775436-665D-4903-B6D1-3B5587B11F51}" dt="2025-11-02T16:37:25.304" v="859" actId="255"/>
          <ac:graphicFrameMkLst>
            <pc:docMk/>
            <pc:sldMk cId="155677024" sldId="267"/>
            <ac:graphicFrameMk id="8" creationId="{00D55B88-4270-D889-9166-CA43FB80ABFA}"/>
          </ac:graphicFrameMkLst>
        </pc:graphicFrameChg>
      </pc:sldChg>
      <pc:sldChg chg="addSp delSp modSp add mod ord">
        <pc:chgData name="Ramon Albuquerque" userId="bc6fce64cd60bdbc" providerId="LiveId" clId="{31775436-665D-4903-B6D1-3B5587B11F51}" dt="2025-11-02T17:09:47.287" v="1333" actId="14100"/>
        <pc:sldMkLst>
          <pc:docMk/>
          <pc:sldMk cId="1916303130" sldId="268"/>
        </pc:sldMkLst>
        <pc:spChg chg="mod">
          <ac:chgData name="Ramon Albuquerque" userId="bc6fce64cd60bdbc" providerId="LiveId" clId="{31775436-665D-4903-B6D1-3B5587B11F51}" dt="2025-11-02T16:54:09.831" v="1072" actId="20577"/>
          <ac:spMkLst>
            <pc:docMk/>
            <pc:sldMk cId="1916303130" sldId="268"/>
            <ac:spMk id="3" creationId="{C77247B5-2031-1160-A311-6AECD9A330D9}"/>
          </ac:spMkLst>
        </pc:spChg>
        <pc:spChg chg="add mod">
          <ac:chgData name="Ramon Albuquerque" userId="bc6fce64cd60bdbc" providerId="LiveId" clId="{31775436-665D-4903-B6D1-3B5587B11F51}" dt="2025-11-02T17:00:55.966" v="1185" actId="20577"/>
          <ac:spMkLst>
            <pc:docMk/>
            <pc:sldMk cId="1916303130" sldId="268"/>
            <ac:spMk id="8" creationId="{A8DAC9E0-B07E-968B-BFAC-5781096CB3E5}"/>
          </ac:spMkLst>
        </pc:spChg>
        <pc:spChg chg="add mod">
          <ac:chgData name="Ramon Albuquerque" userId="bc6fce64cd60bdbc" providerId="LiveId" clId="{31775436-665D-4903-B6D1-3B5587B11F51}" dt="2025-11-02T17:09:47.287" v="1333" actId="14100"/>
          <ac:spMkLst>
            <pc:docMk/>
            <pc:sldMk cId="1916303130" sldId="268"/>
            <ac:spMk id="9" creationId="{9C8F7C37-92FF-BBD9-E5A0-121C8AAC9BA8}"/>
          </ac:spMkLst>
        </pc:spChg>
        <pc:graphicFrameChg chg="del mod">
          <ac:chgData name="Ramon Albuquerque" userId="bc6fce64cd60bdbc" providerId="LiveId" clId="{31775436-665D-4903-B6D1-3B5587B11F51}" dt="2025-11-02T16:47:42.680" v="986" actId="478"/>
          <ac:graphicFrameMkLst>
            <pc:docMk/>
            <pc:sldMk cId="1916303130" sldId="268"/>
            <ac:graphicFrameMk id="4" creationId="{DE84B958-3A82-CF1D-EC93-D038C7CAEFE4}"/>
          </ac:graphicFrameMkLst>
        </pc:graphicFrameChg>
        <pc:graphicFrameChg chg="add mod">
          <ac:chgData name="Ramon Albuquerque" userId="bc6fce64cd60bdbc" providerId="LiveId" clId="{31775436-665D-4903-B6D1-3B5587B11F51}" dt="2025-11-02T16:54:32.155" v="1076" actId="20577"/>
          <ac:graphicFrameMkLst>
            <pc:docMk/>
            <pc:sldMk cId="1916303130" sldId="268"/>
            <ac:graphicFrameMk id="7" creationId="{0222C770-2827-99A8-9EE0-23E69AF5135F}"/>
          </ac:graphicFrameMkLst>
        </pc:graphicFrameChg>
      </pc:sldChg>
      <pc:sldChg chg="addSp modSp add mod">
        <pc:chgData name="Ramon Albuquerque" userId="bc6fce64cd60bdbc" providerId="LiveId" clId="{31775436-665D-4903-B6D1-3B5587B11F51}" dt="2025-11-02T17:10:07.636" v="1343" actId="14100"/>
        <pc:sldMkLst>
          <pc:docMk/>
          <pc:sldMk cId="4032712900" sldId="269"/>
        </pc:sldMkLst>
        <pc:spChg chg="mod">
          <ac:chgData name="Ramon Albuquerque" userId="bc6fce64cd60bdbc" providerId="LiveId" clId="{31775436-665D-4903-B6D1-3B5587B11F51}" dt="2025-11-02T16:57:12.248" v="1091" actId="1076"/>
          <ac:spMkLst>
            <pc:docMk/>
            <pc:sldMk cId="4032712900" sldId="269"/>
            <ac:spMk id="3" creationId="{C77247B5-2031-1160-A311-6AECD9A330D9}"/>
          </ac:spMkLst>
        </pc:spChg>
        <pc:spChg chg="add mod">
          <ac:chgData name="Ramon Albuquerque" userId="bc6fce64cd60bdbc" providerId="LiveId" clId="{31775436-665D-4903-B6D1-3B5587B11F51}" dt="2025-11-02T17:01:02.459" v="1190" actId="20577"/>
          <ac:spMkLst>
            <pc:docMk/>
            <pc:sldMk cId="4032712900" sldId="269"/>
            <ac:spMk id="4" creationId="{303AFA41-8BE9-1568-2EEA-620919CA14F7}"/>
          </ac:spMkLst>
        </pc:spChg>
        <pc:spChg chg="add mod">
          <ac:chgData name="Ramon Albuquerque" userId="bc6fce64cd60bdbc" providerId="LiveId" clId="{31775436-665D-4903-B6D1-3B5587B11F51}" dt="2025-11-02T17:10:07.636" v="1343" actId="14100"/>
          <ac:spMkLst>
            <pc:docMk/>
            <pc:sldMk cId="4032712900" sldId="269"/>
            <ac:spMk id="5" creationId="{CDDA5E24-3373-4AFF-4EEB-76F39AA1C71C}"/>
          </ac:spMkLst>
        </pc:spChg>
        <pc:graphicFrameChg chg="mod">
          <ac:chgData name="Ramon Albuquerque" userId="bc6fce64cd60bdbc" providerId="LiveId" clId="{31775436-665D-4903-B6D1-3B5587B11F51}" dt="2025-11-02T16:54:43.622" v="1079" actId="20577"/>
          <ac:graphicFrameMkLst>
            <pc:docMk/>
            <pc:sldMk cId="4032712900" sldId="269"/>
            <ac:graphicFrameMk id="7" creationId="{0222C770-2827-99A8-9EE0-23E69AF5135F}"/>
          </ac:graphicFrameMkLst>
        </pc:graphicFrameChg>
      </pc:sldChg>
      <pc:sldChg chg="add del">
        <pc:chgData name="Ramon Albuquerque" userId="bc6fce64cd60bdbc" providerId="LiveId" clId="{31775436-665D-4903-B6D1-3B5587B11F51}" dt="2025-11-02T16:54:16.555" v="1073" actId="47"/>
        <pc:sldMkLst>
          <pc:docMk/>
          <pc:sldMk cId="4079798800" sldId="269"/>
        </pc:sldMkLst>
      </pc:sldChg>
      <pc:sldChg chg="modSp new mod">
        <pc:chgData name="Ramon Albuquerque" userId="bc6fce64cd60bdbc" providerId="LiveId" clId="{31775436-665D-4903-B6D1-3B5587B11F51}" dt="2025-11-04T18:07:26.585" v="2279" actId="14100"/>
        <pc:sldMkLst>
          <pc:docMk/>
          <pc:sldMk cId="1450745310" sldId="270"/>
        </pc:sldMkLst>
        <pc:spChg chg="mod">
          <ac:chgData name="Ramon Albuquerque" userId="bc6fce64cd60bdbc" providerId="LiveId" clId="{31775436-665D-4903-B6D1-3B5587B11F51}" dt="2025-11-04T17:05:39.107" v="1677" actId="27636"/>
          <ac:spMkLst>
            <pc:docMk/>
            <pc:sldMk cId="1450745310" sldId="270"/>
            <ac:spMk id="2" creationId="{F84C5CC8-11A9-8792-687F-C89928CBF42B}"/>
          </ac:spMkLst>
        </pc:spChg>
        <pc:spChg chg="mod">
          <ac:chgData name="Ramon Albuquerque" userId="bc6fce64cd60bdbc" providerId="LiveId" clId="{31775436-665D-4903-B6D1-3B5587B11F51}" dt="2025-11-04T18:07:26.585" v="2279" actId="14100"/>
          <ac:spMkLst>
            <pc:docMk/>
            <pc:sldMk cId="1450745310" sldId="270"/>
            <ac:spMk id="3" creationId="{678D1064-617D-B51C-474B-72925CABBADB}"/>
          </ac:spMkLst>
        </pc:spChg>
      </pc:sldChg>
      <pc:sldChg chg="modSp new mod">
        <pc:chgData name="Ramon Albuquerque" userId="bc6fce64cd60bdbc" providerId="LiveId" clId="{31775436-665D-4903-B6D1-3B5587B11F51}" dt="2025-11-04T18:22:58.327" v="2920" actId="20577"/>
        <pc:sldMkLst>
          <pc:docMk/>
          <pc:sldMk cId="2240005021" sldId="271"/>
        </pc:sldMkLst>
        <pc:spChg chg="mod">
          <ac:chgData name="Ramon Albuquerque" userId="bc6fce64cd60bdbc" providerId="LiveId" clId="{31775436-665D-4903-B6D1-3B5587B11F51}" dt="2025-11-04T17:07:50.029" v="1715" actId="1076"/>
          <ac:spMkLst>
            <pc:docMk/>
            <pc:sldMk cId="2240005021" sldId="271"/>
            <ac:spMk id="2" creationId="{83992325-7271-5F61-340A-81272CDA1F59}"/>
          </ac:spMkLst>
        </pc:spChg>
        <pc:spChg chg="mod">
          <ac:chgData name="Ramon Albuquerque" userId="bc6fce64cd60bdbc" providerId="LiveId" clId="{31775436-665D-4903-B6D1-3B5587B11F51}" dt="2025-11-04T18:22:58.327" v="2920" actId="20577"/>
          <ac:spMkLst>
            <pc:docMk/>
            <pc:sldMk cId="2240005021" sldId="271"/>
            <ac:spMk id="3" creationId="{B4BD4AD2-27BC-BFC9-3698-9E4B06066C25}"/>
          </ac:spMkLst>
        </pc:spChg>
      </pc:sldChg>
      <pc:sldChg chg="modSp new mod">
        <pc:chgData name="Ramon Albuquerque" userId="bc6fce64cd60bdbc" providerId="LiveId" clId="{31775436-665D-4903-B6D1-3B5587B11F51}" dt="2025-11-04T18:21:31.995" v="2772" actId="14100"/>
        <pc:sldMkLst>
          <pc:docMk/>
          <pc:sldMk cId="991024662" sldId="272"/>
        </pc:sldMkLst>
        <pc:spChg chg="mod">
          <ac:chgData name="Ramon Albuquerque" userId="bc6fce64cd60bdbc" providerId="LiveId" clId="{31775436-665D-4903-B6D1-3B5587B11F51}" dt="2025-11-04T18:08:00.541" v="2296" actId="207"/>
          <ac:spMkLst>
            <pc:docMk/>
            <pc:sldMk cId="991024662" sldId="272"/>
            <ac:spMk id="2" creationId="{BAF29CCC-F6BE-3D63-D835-E1A31AA20A2A}"/>
          </ac:spMkLst>
        </pc:spChg>
        <pc:spChg chg="mod">
          <ac:chgData name="Ramon Albuquerque" userId="bc6fce64cd60bdbc" providerId="LiveId" clId="{31775436-665D-4903-B6D1-3B5587B11F51}" dt="2025-11-04T18:21:31.995" v="2772" actId="14100"/>
          <ac:spMkLst>
            <pc:docMk/>
            <pc:sldMk cId="991024662" sldId="272"/>
            <ac:spMk id="3" creationId="{F2CF2D8B-2C5A-E588-3BBC-3AF9A459E75A}"/>
          </ac:spMkLst>
        </pc:spChg>
      </pc:sldChg>
      <pc:sldChg chg="new del">
        <pc:chgData name="Ramon Albuquerque" userId="bc6fce64cd60bdbc" providerId="LiveId" clId="{31775436-665D-4903-B6D1-3B5587B11F51}" dt="2025-11-04T18:24:25.401" v="2924" actId="680"/>
        <pc:sldMkLst>
          <pc:docMk/>
          <pc:sldMk cId="3856166297" sldId="273"/>
        </pc:sldMkLst>
      </pc:sldChg>
      <pc:sldChg chg="new del">
        <pc:chgData name="Ramon Albuquerque" userId="bc6fce64cd60bdbc" providerId="LiveId" clId="{31775436-665D-4903-B6D1-3B5587B11F51}" dt="2025-11-04T18:24:15.182" v="2922" actId="680"/>
        <pc:sldMkLst>
          <pc:docMk/>
          <pc:sldMk cId="3939909016" sldId="273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0" i="0" u="none" strike="noStrike" kern="1200" cap="none" spc="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pPr>
            <a:r>
              <a:rPr lang="en-US" sz="2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Quantidade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produção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dia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de HG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cap="none" spc="50" normalizeH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4.7408833661417321E-2"/>
          <c:y val="0.1032069326275263"/>
          <c:w val="0.93540366633858263"/>
          <c:h val="0.788823339762343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Quantidade</c:v>
                </c:pt>
              </c:strCache>
            </c:strRef>
          </c:tx>
          <c:spPr>
            <a:solidFill>
              <a:schemeClr val="accent1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Planilha1!$A$2:$A$7</c:f>
              <c:strCache>
                <c:ptCount val="6"/>
                <c:pt idx="0">
                  <c:v>Quinta</c:v>
                </c:pt>
                <c:pt idx="1">
                  <c:v>Sexta</c:v>
                </c:pt>
                <c:pt idx="2">
                  <c:v>Sábado</c:v>
                </c:pt>
                <c:pt idx="3">
                  <c:v>Segunda</c:v>
                </c:pt>
                <c:pt idx="4">
                  <c:v>Terça</c:v>
                </c:pt>
                <c:pt idx="5">
                  <c:v>Quarta</c:v>
                </c:pt>
              </c:strCache>
            </c:strRef>
          </c:cat>
          <c:val>
            <c:numRef>
              <c:f>Planilha1!$B$2:$B$7</c:f>
              <c:numCache>
                <c:formatCode>General</c:formatCode>
                <c:ptCount val="6"/>
                <c:pt idx="0">
                  <c:v>33</c:v>
                </c:pt>
                <c:pt idx="1">
                  <c:v>25</c:v>
                </c:pt>
                <c:pt idx="2">
                  <c:v>12</c:v>
                </c:pt>
                <c:pt idx="3">
                  <c:v>12</c:v>
                </c:pt>
                <c:pt idx="4">
                  <c:v>12</c:v>
                </c:pt>
                <c:pt idx="5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C9-48EB-82F3-B142F5E4C88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25"/>
        <c:axId val="621874096"/>
        <c:axId val="621874576"/>
      </c:barChart>
      <c:catAx>
        <c:axId val="62187409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cap="none" spc="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21874576"/>
        <c:crosses val="autoZero"/>
        <c:auto val="1"/>
        <c:lblAlgn val="ctr"/>
        <c:lblOffset val="100"/>
        <c:noMultiLvlLbl val="0"/>
      </c:catAx>
      <c:valAx>
        <c:axId val="6218745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6218740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0" i="0" u="none" strike="noStrike" kern="1200" cap="none" spc="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Quantidade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produção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dia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de HR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0" i="0" u="none" strike="noStrike" kern="1200" cap="none" spc="5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4.0221210629921261E-2"/>
          <c:y val="0.10555068248334877"/>
          <c:w val="0.93540366633858263"/>
          <c:h val="0.788823339762343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Quantidade</c:v>
                </c:pt>
              </c:strCache>
            </c:strRef>
          </c:tx>
          <c:spPr>
            <a:solidFill>
              <a:schemeClr val="accent1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18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074-474B-B351-9CF4006E55B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Planilha1!$A$2:$A$7</c:f>
              <c:strCache>
                <c:ptCount val="6"/>
                <c:pt idx="0">
                  <c:v>Quinta</c:v>
                </c:pt>
                <c:pt idx="1">
                  <c:v>Sexta</c:v>
                </c:pt>
                <c:pt idx="2">
                  <c:v>Sábado</c:v>
                </c:pt>
                <c:pt idx="3">
                  <c:v>Segunda</c:v>
                </c:pt>
                <c:pt idx="4">
                  <c:v>Terça</c:v>
                </c:pt>
                <c:pt idx="5">
                  <c:v>Quarta</c:v>
                </c:pt>
              </c:strCache>
            </c:strRef>
          </c:cat>
          <c:val>
            <c:numRef>
              <c:f>Planilha1!$B$2:$B$7</c:f>
              <c:numCache>
                <c:formatCode>General</c:formatCode>
                <c:ptCount val="6"/>
                <c:pt idx="0">
                  <c:v>18</c:v>
                </c:pt>
                <c:pt idx="1">
                  <c:v>7</c:v>
                </c:pt>
                <c:pt idx="2">
                  <c:v>10</c:v>
                </c:pt>
                <c:pt idx="3">
                  <c:v>10</c:v>
                </c:pt>
                <c:pt idx="4">
                  <c:v>12</c:v>
                </c:pt>
                <c:pt idx="5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74-474B-B351-9CF4006E55B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25"/>
        <c:axId val="621874096"/>
        <c:axId val="621874576"/>
      </c:barChart>
      <c:catAx>
        <c:axId val="62187409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cap="none" spc="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21874576"/>
        <c:crosses val="autoZero"/>
        <c:auto val="1"/>
        <c:lblAlgn val="ctr"/>
        <c:lblOffset val="100"/>
        <c:noMultiLvlLbl val="0"/>
      </c:catAx>
      <c:valAx>
        <c:axId val="6218745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6218740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0" i="0" u="none" strike="noStrike" kern="1200" cap="none" spc="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Quantidade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produção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dia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de HG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0" i="0" u="none" strike="noStrike" kern="1200" cap="none" spc="5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4.0221210629921261E-2"/>
          <c:y val="0.10555068248334877"/>
          <c:w val="0.93540366633858263"/>
          <c:h val="0.788823339762343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Quantidade</c:v>
                </c:pt>
              </c:strCache>
            </c:strRef>
          </c:tx>
          <c:spPr>
            <a:solidFill>
              <a:schemeClr val="accent1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02:51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074-474B-B351-9CF4006E55B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Planilha1!$A$2:$A$7</c:f>
              <c:strCache>
                <c:ptCount val="6"/>
                <c:pt idx="0">
                  <c:v>Quinta</c:v>
                </c:pt>
                <c:pt idx="1">
                  <c:v>Sexta</c:v>
                </c:pt>
                <c:pt idx="2">
                  <c:v>Sábado</c:v>
                </c:pt>
                <c:pt idx="3">
                  <c:v>Segunda</c:v>
                </c:pt>
                <c:pt idx="4">
                  <c:v>Terça</c:v>
                </c:pt>
                <c:pt idx="5">
                  <c:v>Quarta</c:v>
                </c:pt>
              </c:strCache>
            </c:strRef>
          </c:cat>
          <c:val>
            <c:numRef>
              <c:f>Planilha1!$B$2:$B$7</c:f>
              <c:numCache>
                <c:formatCode>h:mm</c:formatCode>
                <c:ptCount val="6"/>
                <c:pt idx="0">
                  <c:v>0.11875000000000001</c:v>
                </c:pt>
                <c:pt idx="1">
                  <c:v>0.14444444444444446</c:v>
                </c:pt>
                <c:pt idx="2">
                  <c:v>3.6805555555555557E-2</c:v>
                </c:pt>
                <c:pt idx="3">
                  <c:v>4.8611111111111112E-2</c:v>
                </c:pt>
                <c:pt idx="4">
                  <c:v>5.9027777777777783E-2</c:v>
                </c:pt>
                <c:pt idx="5">
                  <c:v>0.12430555555555556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74-474B-B351-9CF4006E55B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25"/>
        <c:axId val="621874096"/>
        <c:axId val="621874576"/>
      </c:barChart>
      <c:catAx>
        <c:axId val="62187409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cap="none" spc="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21874576"/>
        <c:crosses val="autoZero"/>
        <c:auto val="1"/>
        <c:lblAlgn val="ctr"/>
        <c:lblOffset val="100"/>
        <c:noMultiLvlLbl val="0"/>
      </c:catAx>
      <c:valAx>
        <c:axId val="6218745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numFmt formatCode="h:mm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6218740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0" i="0" u="none" strike="noStrike" kern="1200" cap="none" spc="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Tempo</a:t>
            </a:r>
            <a:r>
              <a:rPr lang="en-US" sz="2800" baseline="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2800" baseline="0" dirty="0" err="1">
                <a:latin typeface="Arial" panose="020B0604020202020204" pitchFamily="34" charset="0"/>
                <a:cs typeface="Arial" panose="020B0604020202020204" pitchFamily="34" charset="0"/>
              </a:rPr>
              <a:t>produção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dia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de HR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0" i="0" u="none" strike="noStrike" kern="1200" cap="none" spc="5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4.0221210629921261E-2"/>
          <c:y val="0.10555068248334877"/>
          <c:w val="0.93540366633858263"/>
          <c:h val="0.788823339762343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Tempo</c:v>
                </c:pt>
              </c:strCache>
            </c:strRef>
          </c:tx>
          <c:spPr>
            <a:solidFill>
              <a:schemeClr val="accent1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02:30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074-474B-B351-9CF4006E55B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00:46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16AC-4ED5-A671-0B5748F2007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Planilha1!$A$2:$A$7</c:f>
              <c:strCache>
                <c:ptCount val="6"/>
                <c:pt idx="0">
                  <c:v>Quinta</c:v>
                </c:pt>
                <c:pt idx="1">
                  <c:v>Sexta</c:v>
                </c:pt>
                <c:pt idx="2">
                  <c:v>Sábado</c:v>
                </c:pt>
                <c:pt idx="3">
                  <c:v>Segunda</c:v>
                </c:pt>
                <c:pt idx="4">
                  <c:v>Terça</c:v>
                </c:pt>
                <c:pt idx="5">
                  <c:v>Quarta</c:v>
                </c:pt>
              </c:strCache>
            </c:strRef>
          </c:cat>
          <c:val>
            <c:numRef>
              <c:f>Planilha1!$B$2:$B$7</c:f>
              <c:numCache>
                <c:formatCode>h:mm:ss</c:formatCode>
                <c:ptCount val="6"/>
                <c:pt idx="0">
                  <c:v>0.10416666666666667</c:v>
                </c:pt>
                <c:pt idx="1">
                  <c:v>3.1944444444444449E-2</c:v>
                </c:pt>
                <c:pt idx="2" formatCode="h:mm">
                  <c:v>4.8611111111111112E-2</c:v>
                </c:pt>
                <c:pt idx="3" formatCode="h:mm">
                  <c:v>5.486111111111111E-2</c:v>
                </c:pt>
                <c:pt idx="4" formatCode="h:mm">
                  <c:v>6.1111111111111116E-2</c:v>
                </c:pt>
                <c:pt idx="5" formatCode="h:mm">
                  <c:v>0.1173611111111111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74-474B-B351-9CF4006E55B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25"/>
        <c:axId val="621874096"/>
        <c:axId val="621874576"/>
      </c:barChart>
      <c:catAx>
        <c:axId val="62187409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cap="none" spc="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21874576"/>
        <c:crosses val="autoZero"/>
        <c:auto val="1"/>
        <c:lblAlgn val="ctr"/>
        <c:lblOffset val="100"/>
        <c:noMultiLvlLbl val="0"/>
      </c:catAx>
      <c:valAx>
        <c:axId val="6218745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numFmt formatCode="h:mm:ss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6218740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Produção</a:t>
            </a:r>
            <a:r>
              <a:rPr lang="en-US" sz="2800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aseline="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2800" baseline="0" dirty="0">
                <a:latin typeface="Arial" panose="020B0604020202020204" pitchFamily="34" charset="0"/>
                <a:cs typeface="Arial" panose="020B0604020202020204" pitchFamily="34" charset="0"/>
              </a:rPr>
              <a:t> hora HG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Prod/hr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Planilha1!$A$2:$A$7</c:f>
              <c:strCache>
                <c:ptCount val="6"/>
                <c:pt idx="0">
                  <c:v>Quinta</c:v>
                </c:pt>
                <c:pt idx="1">
                  <c:v>Sexta</c:v>
                </c:pt>
                <c:pt idx="2">
                  <c:v>Sábado</c:v>
                </c:pt>
                <c:pt idx="3">
                  <c:v>Segunda</c:v>
                </c:pt>
                <c:pt idx="4">
                  <c:v>Terça</c:v>
                </c:pt>
                <c:pt idx="5">
                  <c:v>Quarta</c:v>
                </c:pt>
              </c:strCache>
            </c:strRef>
          </c:cat>
          <c:val>
            <c:numRef>
              <c:f>Planilha1!$B$2:$B$7</c:f>
              <c:numCache>
                <c:formatCode>General</c:formatCode>
                <c:ptCount val="6"/>
                <c:pt idx="0">
                  <c:v>11.58</c:v>
                </c:pt>
                <c:pt idx="1">
                  <c:v>7.21</c:v>
                </c:pt>
                <c:pt idx="2">
                  <c:v>13.58</c:v>
                </c:pt>
                <c:pt idx="3">
                  <c:v>10.29</c:v>
                </c:pt>
                <c:pt idx="4">
                  <c:v>8.4700000000000006</c:v>
                </c:pt>
                <c:pt idx="5">
                  <c:v>8.7200000000000006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D3-4776-8506-D8131287986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32544015"/>
        <c:axId val="832540175"/>
      </c:barChart>
      <c:catAx>
        <c:axId val="8325440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832540175"/>
        <c:crosses val="autoZero"/>
        <c:auto val="1"/>
        <c:lblAlgn val="ctr"/>
        <c:lblOffset val="100"/>
        <c:noMultiLvlLbl val="0"/>
      </c:catAx>
      <c:valAx>
        <c:axId val="8325401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8325440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Produção</a:t>
            </a:r>
            <a:r>
              <a:rPr lang="en-US" sz="2800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aseline="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2800" baseline="0" dirty="0">
                <a:latin typeface="Arial" panose="020B0604020202020204" pitchFamily="34" charset="0"/>
                <a:cs typeface="Arial" panose="020B0604020202020204" pitchFamily="34" charset="0"/>
              </a:rPr>
              <a:t> hora HR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Prod/hr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Planilha1!$A$2:$A$7</c:f>
              <c:strCache>
                <c:ptCount val="6"/>
                <c:pt idx="0">
                  <c:v>Quinta</c:v>
                </c:pt>
                <c:pt idx="1">
                  <c:v>Sexta</c:v>
                </c:pt>
                <c:pt idx="2">
                  <c:v>Sábado</c:v>
                </c:pt>
                <c:pt idx="3">
                  <c:v>Segunda</c:v>
                </c:pt>
                <c:pt idx="4">
                  <c:v>Terça</c:v>
                </c:pt>
                <c:pt idx="5">
                  <c:v>Quarta</c:v>
                </c:pt>
              </c:strCache>
            </c:strRef>
          </c:cat>
          <c:val>
            <c:numRef>
              <c:f>Planilha1!$B$2:$B$7</c:f>
              <c:numCache>
                <c:formatCode>General</c:formatCode>
                <c:ptCount val="6"/>
                <c:pt idx="0">
                  <c:v>7.2</c:v>
                </c:pt>
                <c:pt idx="1">
                  <c:v>9.1300000000000008</c:v>
                </c:pt>
                <c:pt idx="2">
                  <c:v>8.57</c:v>
                </c:pt>
                <c:pt idx="3">
                  <c:v>7.59</c:v>
                </c:pt>
                <c:pt idx="4">
                  <c:v>8.18</c:v>
                </c:pt>
                <c:pt idx="5">
                  <c:v>6.39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D3-4776-8506-D8131287986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32544015"/>
        <c:axId val="832540175"/>
      </c:barChart>
      <c:catAx>
        <c:axId val="8325440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832540175"/>
        <c:crosses val="autoZero"/>
        <c:auto val="1"/>
        <c:lblAlgn val="ctr"/>
        <c:lblOffset val="100"/>
        <c:noMultiLvlLbl val="0"/>
      </c:catAx>
      <c:valAx>
        <c:axId val="8325401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8325440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128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128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128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128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8C25C-F442-4DD5-91A0-153E282E3454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FB12C-A2AD-46E6-94D2-9B41BD7824E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9350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8C25C-F442-4DD5-91A0-153E282E3454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FB12C-A2AD-46E6-94D2-9B41BD7824E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499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8C25C-F442-4DD5-91A0-153E282E3454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FB12C-A2AD-46E6-94D2-9B41BD7824E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529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8C25C-F442-4DD5-91A0-153E282E3454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FB12C-A2AD-46E6-94D2-9B41BD7824E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247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8C25C-F442-4DD5-91A0-153E282E3454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FB12C-A2AD-46E6-94D2-9B41BD7824E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2351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8C25C-F442-4DD5-91A0-153E282E3454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FB12C-A2AD-46E6-94D2-9B41BD7824E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4441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8C25C-F442-4DD5-91A0-153E282E3454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FB12C-A2AD-46E6-94D2-9B41BD7824E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3613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8C25C-F442-4DD5-91A0-153E282E3454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FB12C-A2AD-46E6-94D2-9B41BD7824E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2658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8C25C-F442-4DD5-91A0-153E282E3454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FB12C-A2AD-46E6-94D2-9B41BD7824E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415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8C25C-F442-4DD5-91A0-153E282E3454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FB12C-A2AD-46E6-94D2-9B41BD7824E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1077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8C25C-F442-4DD5-91A0-153E282E3454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FB12C-A2AD-46E6-94D2-9B41BD7824E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9456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DD18C25C-F442-4DD5-91A0-153E282E3454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5A9FB12C-A2AD-46E6-94D2-9B41BD7824E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56557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ED800A-E7E1-C5D4-EC2D-C9418BCF6D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27199"/>
            <a:ext cx="9144000" cy="982663"/>
          </a:xfrm>
        </p:spPr>
        <p:txBody>
          <a:bodyPr/>
          <a:lstStyle/>
          <a:p>
            <a:r>
              <a:rPr lang="pt-BR" dirty="0">
                <a:solidFill>
                  <a:schemeClr val="bg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Relatório com gráficos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B68A2C9-522D-CA0E-0704-FC5CECC0F126}"/>
              </a:ext>
            </a:extLst>
          </p:cNvPr>
          <p:cNvSpPr txBox="1"/>
          <p:nvPr/>
        </p:nvSpPr>
        <p:spPr>
          <a:xfrm>
            <a:off x="152400" y="5918200"/>
            <a:ext cx="4305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Aluno: Ramon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Albuquerque</a:t>
            </a:r>
            <a:r>
              <a:rPr lang="pt-BR" dirty="0"/>
              <a:t> Mariano</a:t>
            </a:r>
            <a:br>
              <a:rPr lang="pt-BR" dirty="0"/>
            </a:br>
            <a:r>
              <a:rPr lang="pt-BR" dirty="0"/>
              <a:t>Aluno: Matheus Leme Goes </a:t>
            </a:r>
          </a:p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E3D7368-1910-978C-1AAE-F01936AFA380}"/>
              </a:ext>
            </a:extLst>
          </p:cNvPr>
          <p:cNvSpPr txBox="1"/>
          <p:nvPr/>
        </p:nvSpPr>
        <p:spPr>
          <a:xfrm>
            <a:off x="3994150" y="3155434"/>
            <a:ext cx="4203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Seminário de Estatística</a:t>
            </a:r>
          </a:p>
        </p:txBody>
      </p:sp>
    </p:spTree>
    <p:extLst>
      <p:ext uri="{BB962C8B-B14F-4D97-AF65-F5344CB8AC3E}">
        <p14:creationId xmlns:p14="http://schemas.microsoft.com/office/powerpoint/2010/main" val="3059215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4C5CC8-11A9-8792-687F-C89928CBF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3700" y="276225"/>
            <a:ext cx="4330700" cy="1325563"/>
          </a:xfrm>
        </p:spPr>
        <p:txBody>
          <a:bodyPr>
            <a:normAutofit/>
          </a:bodyPr>
          <a:lstStyle/>
          <a:p>
            <a:r>
              <a:rPr lang="pt-BR" sz="54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8D1064-617D-B51C-474B-72925CABB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3094"/>
            <a:ext cx="10515600" cy="3186906"/>
          </a:xfrm>
        </p:spPr>
        <p:txBody>
          <a:bodyPr>
            <a:normAutofit/>
          </a:bodyPr>
          <a:lstStyle/>
          <a:p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O problema abordado nesse trabalho é a busca por uma maneira de mostrar as informações de um relatório de maneira visual, para que possa facilitar o entendimento de qualquer pessoa simplesmente ao ver essas informações tratadas e mostradas em gráficos.</a:t>
            </a:r>
          </a:p>
        </p:txBody>
      </p:sp>
    </p:spTree>
    <p:extLst>
      <p:ext uri="{BB962C8B-B14F-4D97-AF65-F5344CB8AC3E}">
        <p14:creationId xmlns:p14="http://schemas.microsoft.com/office/powerpoint/2010/main" val="1450745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992325-7271-5F61-340A-81272CDA1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0" y="377825"/>
            <a:ext cx="4724400" cy="1325563"/>
          </a:xfrm>
        </p:spPr>
        <p:txBody>
          <a:bodyPr>
            <a:normAutofit/>
          </a:bodyPr>
          <a:lstStyle/>
          <a:p>
            <a:r>
              <a:rPr lang="pt-BR" sz="54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METODOLOGIA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BD4AD2-27BC-BFC9-3698-9E4B06066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423" y="1552576"/>
            <a:ext cx="11248353" cy="4654550"/>
          </a:xfrm>
        </p:spPr>
        <p:txBody>
          <a:bodyPr>
            <a:normAutofit lnSpcReduction="10000"/>
          </a:bodyPr>
          <a:lstStyle/>
          <a:p>
            <a:r>
              <a:rPr lang="pt-BR" sz="3600" b="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 informações utilizadas nesta pesquisa foram coletadas ao longo de um período de alguns meses. Para a análise, foi selecionado dados da produção de dois tipos de pães durante uma semana. Os dados coletados foram organizados em planilhas do Excel. Posteriormente, com o auxílio do </a:t>
            </a:r>
            <a:r>
              <a:rPr lang="pt-BR" sz="3600" b="0" i="0" dirty="0" err="1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DeepSeek</a:t>
            </a:r>
            <a:r>
              <a:rPr lang="pt-BR" sz="3600" b="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foi calculado o desvio padrão amostral e a quantidade média produzida por hora. Por fim, todos os resultados foram consolidados em gráficos para apresentação.</a:t>
            </a:r>
            <a:endParaRPr lang="pt-BR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0005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6044CD-A757-C3F6-6F85-16777D6E3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2600" y="158013"/>
            <a:ext cx="6146800" cy="1325563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chemeClr val="bg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Quantidade</a:t>
            </a:r>
            <a:r>
              <a:rPr lang="pt-BR" dirty="0">
                <a:solidFill>
                  <a:schemeClr val="bg2">
                    <a:lumMod val="75000"/>
                    <a:lumOff val="25000"/>
                  </a:schemeClr>
                </a:solidFill>
              </a:rPr>
              <a:t> de armários</a:t>
            </a:r>
            <a:br>
              <a:rPr lang="pt-BR" dirty="0">
                <a:solidFill>
                  <a:schemeClr val="bg2">
                    <a:lumMod val="75000"/>
                    <a:lumOff val="25000"/>
                  </a:schemeClr>
                </a:solidFill>
              </a:rPr>
            </a:br>
            <a:r>
              <a:rPr lang="pt-BR" dirty="0">
                <a:solidFill>
                  <a:schemeClr val="bg2">
                    <a:lumMod val="75000"/>
                    <a:lumOff val="25000"/>
                  </a:schemeClr>
                </a:solidFill>
              </a:rPr>
              <a:t>		      HG 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482F0AC8-8FA1-326F-8BBF-DA66AD6BFB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432121"/>
              </p:ext>
            </p:extLst>
          </p:nvPr>
        </p:nvGraphicFramePr>
        <p:xfrm>
          <a:off x="313349" y="1715805"/>
          <a:ext cx="11565301" cy="45536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5101">
                  <a:extLst>
                    <a:ext uri="{9D8B030D-6E8A-4147-A177-3AD203B41FA5}">
                      <a16:colId xmlns:a16="http://schemas.microsoft.com/office/drawing/2014/main" val="2501738693"/>
                    </a:ext>
                  </a:extLst>
                </a:gridCol>
                <a:gridCol w="1620348">
                  <a:extLst>
                    <a:ext uri="{9D8B030D-6E8A-4147-A177-3AD203B41FA5}">
                      <a16:colId xmlns:a16="http://schemas.microsoft.com/office/drawing/2014/main" val="561889417"/>
                    </a:ext>
                  </a:extLst>
                </a:gridCol>
                <a:gridCol w="6089852">
                  <a:extLst>
                    <a:ext uri="{9D8B030D-6E8A-4147-A177-3AD203B41FA5}">
                      <a16:colId xmlns:a16="http://schemas.microsoft.com/office/drawing/2014/main" val="2478941737"/>
                    </a:ext>
                  </a:extLst>
                </a:gridCol>
              </a:tblGrid>
              <a:tr h="529840">
                <a:tc>
                  <a:txBody>
                    <a:bodyPr/>
                    <a:lstStyle/>
                    <a:p>
                      <a:pPr algn="ctr"/>
                      <a:r>
                        <a:rPr lang="pt-BR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DIA</a:t>
                      </a:r>
                    </a:p>
                  </a:txBody>
                  <a:tcPr marL="127247" marR="127247" marT="63624" marB="636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</a:t>
                      </a:r>
                    </a:p>
                  </a:txBody>
                  <a:tcPr marL="127247" marR="127247" marT="63624" marB="636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QUANTIDADE</a:t>
                      </a:r>
                    </a:p>
                  </a:txBody>
                  <a:tcPr marL="127247" marR="127247" marT="63624" marB="63624"/>
                </a:tc>
                <a:extLst>
                  <a:ext uri="{0D108BD9-81ED-4DB2-BD59-A6C34878D82A}">
                    <a16:rowId xmlns:a16="http://schemas.microsoft.com/office/drawing/2014/main" val="1868024995"/>
                  </a:ext>
                </a:extLst>
              </a:tr>
              <a:tr h="574827">
                <a:tc>
                  <a:txBody>
                    <a:bodyPr/>
                    <a:lstStyle/>
                    <a:p>
                      <a:pPr algn="ctr"/>
                      <a:r>
                        <a:rPr lang="pt-BR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Quinta</a:t>
                      </a:r>
                    </a:p>
                  </a:txBody>
                  <a:tcPr marL="127247" marR="127247" marT="63624" marB="636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10/</a:t>
                      </a:r>
                      <a:r>
                        <a:rPr lang="pt-BR" sz="25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</a:t>
                      </a:r>
                      <a:endParaRPr lang="pt-BR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7247" marR="127247" marT="63624" marB="636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</a:p>
                  </a:txBody>
                  <a:tcPr marL="127247" marR="127247" marT="63624" marB="63624"/>
                </a:tc>
                <a:extLst>
                  <a:ext uri="{0D108BD9-81ED-4DB2-BD59-A6C34878D82A}">
                    <a16:rowId xmlns:a16="http://schemas.microsoft.com/office/drawing/2014/main" val="1023195755"/>
                  </a:ext>
                </a:extLst>
              </a:tr>
              <a:tr h="574827">
                <a:tc>
                  <a:txBody>
                    <a:bodyPr/>
                    <a:lstStyle/>
                    <a:p>
                      <a:pPr algn="ctr"/>
                      <a:r>
                        <a:rPr lang="pt-BR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Sexta</a:t>
                      </a:r>
                    </a:p>
                  </a:txBody>
                  <a:tcPr marL="127247" marR="127247" marT="63624" marB="636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11/</a:t>
                      </a:r>
                      <a:r>
                        <a:rPr lang="pt-BR" sz="25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</a:t>
                      </a:r>
                      <a:endParaRPr lang="pt-BR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7247" marR="127247" marT="63624" marB="636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marL="127247" marR="127247" marT="63624" marB="63624"/>
                </a:tc>
                <a:extLst>
                  <a:ext uri="{0D108BD9-81ED-4DB2-BD59-A6C34878D82A}">
                    <a16:rowId xmlns:a16="http://schemas.microsoft.com/office/drawing/2014/main" val="3014511956"/>
                  </a:ext>
                </a:extLst>
              </a:tr>
              <a:tr h="574827">
                <a:tc>
                  <a:txBody>
                    <a:bodyPr/>
                    <a:lstStyle/>
                    <a:p>
                      <a:pPr algn="ctr"/>
                      <a:r>
                        <a:rPr lang="pt-BR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Sábado</a:t>
                      </a:r>
                    </a:p>
                  </a:txBody>
                  <a:tcPr marL="127247" marR="127247" marT="63624" marB="636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12/</a:t>
                      </a:r>
                      <a:r>
                        <a:rPr lang="pt-BR" sz="25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</a:t>
                      </a:r>
                      <a:endParaRPr lang="pt-BR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7247" marR="127247" marT="63624" marB="636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127247" marR="127247" marT="63624" marB="63624"/>
                </a:tc>
                <a:extLst>
                  <a:ext uri="{0D108BD9-81ED-4DB2-BD59-A6C34878D82A}">
                    <a16:rowId xmlns:a16="http://schemas.microsoft.com/office/drawing/2014/main" val="3531788643"/>
                  </a:ext>
                </a:extLst>
              </a:tr>
              <a:tr h="574827">
                <a:tc>
                  <a:txBody>
                    <a:bodyPr/>
                    <a:lstStyle/>
                    <a:p>
                      <a:pPr algn="ctr"/>
                      <a:r>
                        <a:rPr lang="pt-BR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Segunda</a:t>
                      </a:r>
                    </a:p>
                  </a:txBody>
                  <a:tcPr marL="127247" marR="127247" marT="63624" marB="636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14/</a:t>
                      </a:r>
                      <a:r>
                        <a:rPr lang="pt-BR" sz="25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</a:t>
                      </a:r>
                      <a:endParaRPr lang="pt-BR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7247" marR="127247" marT="63624" marB="636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127247" marR="127247" marT="63624" marB="63624"/>
                </a:tc>
                <a:extLst>
                  <a:ext uri="{0D108BD9-81ED-4DB2-BD59-A6C34878D82A}">
                    <a16:rowId xmlns:a16="http://schemas.microsoft.com/office/drawing/2014/main" val="621260553"/>
                  </a:ext>
                </a:extLst>
              </a:tr>
              <a:tr h="574827">
                <a:tc>
                  <a:txBody>
                    <a:bodyPr/>
                    <a:lstStyle/>
                    <a:p>
                      <a:pPr algn="ctr"/>
                      <a:r>
                        <a:rPr lang="pt-BR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Terça</a:t>
                      </a:r>
                    </a:p>
                  </a:txBody>
                  <a:tcPr marL="127247" marR="127247" marT="63624" marB="636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15/</a:t>
                      </a:r>
                      <a:r>
                        <a:rPr lang="pt-BR" sz="25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</a:t>
                      </a:r>
                      <a:endParaRPr lang="pt-BR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7247" marR="127247" marT="63624" marB="636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127247" marR="127247" marT="63624" marB="63624"/>
                </a:tc>
                <a:extLst>
                  <a:ext uri="{0D108BD9-81ED-4DB2-BD59-A6C34878D82A}">
                    <a16:rowId xmlns:a16="http://schemas.microsoft.com/office/drawing/2014/main" val="154637909"/>
                  </a:ext>
                </a:extLst>
              </a:tr>
              <a:tr h="574827">
                <a:tc>
                  <a:txBody>
                    <a:bodyPr/>
                    <a:lstStyle/>
                    <a:p>
                      <a:pPr algn="ctr"/>
                      <a:r>
                        <a:rPr lang="pt-BR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Quarta</a:t>
                      </a:r>
                    </a:p>
                  </a:txBody>
                  <a:tcPr marL="127247" marR="127247" marT="63624" marB="636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16/</a:t>
                      </a:r>
                      <a:r>
                        <a:rPr lang="pt-BR" sz="25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</a:t>
                      </a:r>
                      <a:endParaRPr lang="pt-BR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7247" marR="127247" marT="63624" marB="636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 marL="127247" marR="127247" marT="63624" marB="63624"/>
                </a:tc>
                <a:extLst>
                  <a:ext uri="{0D108BD9-81ED-4DB2-BD59-A6C34878D82A}">
                    <a16:rowId xmlns:a16="http://schemas.microsoft.com/office/drawing/2014/main" val="1382942059"/>
                  </a:ext>
                </a:extLst>
              </a:tr>
              <a:tr h="574827">
                <a:tc>
                  <a:txBody>
                    <a:bodyPr/>
                    <a:lstStyle/>
                    <a:p>
                      <a:pPr algn="ctr"/>
                      <a:r>
                        <a:rPr lang="pt-BR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Média</a:t>
                      </a:r>
                    </a:p>
                  </a:txBody>
                  <a:tcPr marL="127247" marR="127247" marT="63624" marB="63624"/>
                </a:tc>
                <a:tc>
                  <a:txBody>
                    <a:bodyPr/>
                    <a:lstStyle/>
                    <a:p>
                      <a:pPr algn="ctr"/>
                      <a:endParaRPr lang="pt-BR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7247" marR="127247" marT="63624" marB="636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127247" marR="127247" marT="63624" marB="63624"/>
                </a:tc>
                <a:extLst>
                  <a:ext uri="{0D108BD9-81ED-4DB2-BD59-A6C34878D82A}">
                    <a16:rowId xmlns:a16="http://schemas.microsoft.com/office/drawing/2014/main" val="2732408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7113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ED6C60CC-30EC-C23C-E76A-4122BCF6CC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8211761"/>
              </p:ext>
            </p:extLst>
          </p:nvPr>
        </p:nvGraphicFramePr>
        <p:xfrm>
          <a:off x="1796140" y="159657"/>
          <a:ext cx="10395860" cy="69305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Retângulo 1">
            <a:extLst>
              <a:ext uri="{FF2B5EF4-FFF2-40B4-BE49-F238E27FC236}">
                <a16:creationId xmlns:a16="http://schemas.microsoft.com/office/drawing/2014/main" id="{5ED310F2-8C65-A42B-7EE4-54A8E3035B7F}"/>
              </a:ext>
            </a:extLst>
          </p:cNvPr>
          <p:cNvSpPr/>
          <p:nvPr/>
        </p:nvSpPr>
        <p:spPr>
          <a:xfrm>
            <a:off x="246743" y="1132113"/>
            <a:ext cx="246742" cy="2177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542D7BA-B4FA-FAAF-593D-D86E581456F8}"/>
              </a:ext>
            </a:extLst>
          </p:cNvPr>
          <p:cNvSpPr txBox="1"/>
          <p:nvPr/>
        </p:nvSpPr>
        <p:spPr>
          <a:xfrm>
            <a:off x="493485" y="1056304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Quantidade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14D2B36-72DF-A4C8-4A20-C9E2249DCD5D}"/>
              </a:ext>
            </a:extLst>
          </p:cNvPr>
          <p:cNvSpPr txBox="1"/>
          <p:nvPr/>
        </p:nvSpPr>
        <p:spPr>
          <a:xfrm>
            <a:off x="112485" y="1528512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Md</a:t>
            </a:r>
            <a:r>
              <a:rPr lang="pt-BR" dirty="0"/>
              <a:t>: 20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F35B943-21F2-24D5-FEFB-51FAC2C2CEB4}"/>
              </a:ext>
            </a:extLst>
          </p:cNvPr>
          <p:cNvSpPr txBox="1"/>
          <p:nvPr/>
        </p:nvSpPr>
        <p:spPr>
          <a:xfrm>
            <a:off x="112485" y="1955508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DP: 9,19 </a:t>
            </a:r>
            <a:r>
              <a:rPr lang="pt-BR" dirty="0" err="1"/>
              <a:t>arm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4422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6044CD-A757-C3F6-6F85-16777D6E3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2600" y="198891"/>
            <a:ext cx="6146800" cy="1325563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chemeClr val="bg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Quantidade</a:t>
            </a:r>
            <a:r>
              <a:rPr lang="pt-BR" dirty="0">
                <a:solidFill>
                  <a:schemeClr val="bg2">
                    <a:lumMod val="75000"/>
                    <a:lumOff val="25000"/>
                  </a:schemeClr>
                </a:solidFill>
              </a:rPr>
              <a:t> de armários</a:t>
            </a:r>
            <a:br>
              <a:rPr lang="pt-BR" dirty="0">
                <a:solidFill>
                  <a:schemeClr val="bg2">
                    <a:lumMod val="75000"/>
                    <a:lumOff val="25000"/>
                  </a:schemeClr>
                </a:solidFill>
              </a:rPr>
            </a:br>
            <a:r>
              <a:rPr lang="pt-BR" dirty="0">
                <a:solidFill>
                  <a:schemeClr val="bg2">
                    <a:lumMod val="75000"/>
                    <a:lumOff val="25000"/>
                  </a:schemeClr>
                </a:solidFill>
              </a:rPr>
              <a:t>		      HR 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482F0AC8-8FA1-326F-8BBF-DA66AD6BFB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404561"/>
              </p:ext>
            </p:extLst>
          </p:nvPr>
        </p:nvGraphicFramePr>
        <p:xfrm>
          <a:off x="327740" y="1683657"/>
          <a:ext cx="1153652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5507">
                  <a:extLst>
                    <a:ext uri="{9D8B030D-6E8A-4147-A177-3AD203B41FA5}">
                      <a16:colId xmlns:a16="http://schemas.microsoft.com/office/drawing/2014/main" val="2501738693"/>
                    </a:ext>
                  </a:extLst>
                </a:gridCol>
                <a:gridCol w="1616315">
                  <a:extLst>
                    <a:ext uri="{9D8B030D-6E8A-4147-A177-3AD203B41FA5}">
                      <a16:colId xmlns:a16="http://schemas.microsoft.com/office/drawing/2014/main" val="561889417"/>
                    </a:ext>
                  </a:extLst>
                </a:gridCol>
                <a:gridCol w="6074698">
                  <a:extLst>
                    <a:ext uri="{9D8B030D-6E8A-4147-A177-3AD203B41FA5}">
                      <a16:colId xmlns:a16="http://schemas.microsoft.com/office/drawing/2014/main" val="2478941737"/>
                    </a:ext>
                  </a:extLst>
                </a:gridCol>
              </a:tblGrid>
              <a:tr h="519143">
                <a:tc>
                  <a:txBody>
                    <a:bodyPr/>
                    <a:lstStyle/>
                    <a:p>
                      <a:pPr algn="ctr"/>
                      <a:r>
                        <a:rPr lang="pt-BR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DIA</a:t>
                      </a:r>
                    </a:p>
                  </a:txBody>
                  <a:tcPr marL="129786" marR="129786" marT="64893" marB="6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</a:t>
                      </a:r>
                    </a:p>
                  </a:txBody>
                  <a:tcPr marL="129786" marR="129786" marT="64893" marB="6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QUANTIDADE</a:t>
                      </a:r>
                    </a:p>
                  </a:txBody>
                  <a:tcPr marL="129786" marR="129786" marT="64893" marB="64893"/>
                </a:tc>
                <a:extLst>
                  <a:ext uri="{0D108BD9-81ED-4DB2-BD59-A6C34878D82A}">
                    <a16:rowId xmlns:a16="http://schemas.microsoft.com/office/drawing/2014/main" val="1868024995"/>
                  </a:ext>
                </a:extLst>
              </a:tr>
              <a:tr h="562405">
                <a:tc>
                  <a:txBody>
                    <a:bodyPr/>
                    <a:lstStyle/>
                    <a:p>
                      <a:pPr algn="ctr"/>
                      <a:r>
                        <a:rPr lang="pt-BR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Quinta</a:t>
                      </a:r>
                    </a:p>
                  </a:txBody>
                  <a:tcPr marL="129786" marR="129786" marT="64893" marB="6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10/</a:t>
                      </a:r>
                      <a:r>
                        <a:rPr lang="pt-BR" sz="25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</a:t>
                      </a:r>
                      <a:endParaRPr lang="pt-BR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9786" marR="129786" marT="64893" marB="6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129786" marR="129786" marT="64893" marB="64893"/>
                </a:tc>
                <a:extLst>
                  <a:ext uri="{0D108BD9-81ED-4DB2-BD59-A6C34878D82A}">
                    <a16:rowId xmlns:a16="http://schemas.microsoft.com/office/drawing/2014/main" val="1023195755"/>
                  </a:ext>
                </a:extLst>
              </a:tr>
              <a:tr h="562405">
                <a:tc>
                  <a:txBody>
                    <a:bodyPr/>
                    <a:lstStyle/>
                    <a:p>
                      <a:pPr algn="ctr"/>
                      <a:r>
                        <a:rPr lang="pt-BR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Sexta</a:t>
                      </a:r>
                    </a:p>
                  </a:txBody>
                  <a:tcPr marL="129786" marR="129786" marT="64893" marB="6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11/</a:t>
                      </a:r>
                      <a:r>
                        <a:rPr lang="pt-BR" sz="25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</a:t>
                      </a:r>
                      <a:endParaRPr lang="pt-BR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9786" marR="129786" marT="64893" marB="6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129786" marR="129786" marT="64893" marB="64893"/>
                </a:tc>
                <a:extLst>
                  <a:ext uri="{0D108BD9-81ED-4DB2-BD59-A6C34878D82A}">
                    <a16:rowId xmlns:a16="http://schemas.microsoft.com/office/drawing/2014/main" val="3014511956"/>
                  </a:ext>
                </a:extLst>
              </a:tr>
              <a:tr h="562405">
                <a:tc>
                  <a:txBody>
                    <a:bodyPr/>
                    <a:lstStyle/>
                    <a:p>
                      <a:pPr algn="ctr"/>
                      <a:r>
                        <a:rPr lang="pt-BR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Sábado</a:t>
                      </a:r>
                    </a:p>
                  </a:txBody>
                  <a:tcPr marL="129786" marR="129786" marT="64893" marB="6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12/</a:t>
                      </a:r>
                      <a:r>
                        <a:rPr lang="pt-BR" sz="25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</a:t>
                      </a:r>
                      <a:endParaRPr lang="pt-BR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9786" marR="129786" marT="64893" marB="6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129786" marR="129786" marT="64893" marB="64893"/>
                </a:tc>
                <a:extLst>
                  <a:ext uri="{0D108BD9-81ED-4DB2-BD59-A6C34878D82A}">
                    <a16:rowId xmlns:a16="http://schemas.microsoft.com/office/drawing/2014/main" val="3531788643"/>
                  </a:ext>
                </a:extLst>
              </a:tr>
              <a:tr h="562405">
                <a:tc>
                  <a:txBody>
                    <a:bodyPr/>
                    <a:lstStyle/>
                    <a:p>
                      <a:pPr algn="ctr"/>
                      <a:r>
                        <a:rPr lang="pt-BR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Segunda</a:t>
                      </a:r>
                    </a:p>
                  </a:txBody>
                  <a:tcPr marL="129786" marR="129786" marT="64893" marB="6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14/</a:t>
                      </a:r>
                      <a:r>
                        <a:rPr lang="pt-BR" sz="25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</a:t>
                      </a:r>
                      <a:endParaRPr lang="pt-BR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9786" marR="129786" marT="64893" marB="6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129786" marR="129786" marT="64893" marB="64893"/>
                </a:tc>
                <a:extLst>
                  <a:ext uri="{0D108BD9-81ED-4DB2-BD59-A6C34878D82A}">
                    <a16:rowId xmlns:a16="http://schemas.microsoft.com/office/drawing/2014/main" val="621260553"/>
                  </a:ext>
                </a:extLst>
              </a:tr>
              <a:tr h="576826">
                <a:tc>
                  <a:txBody>
                    <a:bodyPr/>
                    <a:lstStyle/>
                    <a:p>
                      <a:pPr algn="ctr"/>
                      <a:r>
                        <a:rPr lang="pt-BR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Terça</a:t>
                      </a:r>
                    </a:p>
                  </a:txBody>
                  <a:tcPr marL="129786" marR="129786" marT="64893" marB="6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15/</a:t>
                      </a:r>
                      <a:r>
                        <a:rPr lang="pt-BR" sz="25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</a:t>
                      </a:r>
                      <a:endParaRPr lang="pt-BR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9786" marR="129786" marT="64893" marB="6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129786" marR="129786" marT="64893" marB="64893"/>
                </a:tc>
                <a:extLst>
                  <a:ext uri="{0D108BD9-81ED-4DB2-BD59-A6C34878D82A}">
                    <a16:rowId xmlns:a16="http://schemas.microsoft.com/office/drawing/2014/main" val="154637909"/>
                  </a:ext>
                </a:extLst>
              </a:tr>
              <a:tr h="562405">
                <a:tc>
                  <a:txBody>
                    <a:bodyPr/>
                    <a:lstStyle/>
                    <a:p>
                      <a:pPr algn="ctr"/>
                      <a:r>
                        <a:rPr lang="pt-BR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Quarta</a:t>
                      </a:r>
                    </a:p>
                  </a:txBody>
                  <a:tcPr marL="129786" marR="129786" marT="64893" marB="6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16/</a:t>
                      </a:r>
                      <a:r>
                        <a:rPr lang="pt-BR" sz="25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</a:t>
                      </a:r>
                      <a:endParaRPr lang="pt-BR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9786" marR="129786" marT="64893" marB="6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129786" marR="129786" marT="64893" marB="64893"/>
                </a:tc>
                <a:extLst>
                  <a:ext uri="{0D108BD9-81ED-4DB2-BD59-A6C34878D82A}">
                    <a16:rowId xmlns:a16="http://schemas.microsoft.com/office/drawing/2014/main" val="1382942059"/>
                  </a:ext>
                </a:extLst>
              </a:tr>
              <a:tr h="562405">
                <a:tc>
                  <a:txBody>
                    <a:bodyPr/>
                    <a:lstStyle/>
                    <a:p>
                      <a:pPr algn="ctr"/>
                      <a:r>
                        <a:rPr lang="pt-BR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Média</a:t>
                      </a:r>
                    </a:p>
                  </a:txBody>
                  <a:tcPr marL="129786" marR="129786" marT="64893" marB="64893"/>
                </a:tc>
                <a:tc>
                  <a:txBody>
                    <a:bodyPr/>
                    <a:lstStyle/>
                    <a:p>
                      <a:pPr algn="ctr"/>
                      <a:endParaRPr lang="pt-BR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9786" marR="129786" marT="64893" marB="6489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12,5</a:t>
                      </a:r>
                    </a:p>
                  </a:txBody>
                  <a:tcPr marL="129786" marR="129786" marT="64893" marB="64893"/>
                </a:tc>
                <a:extLst>
                  <a:ext uri="{0D108BD9-81ED-4DB2-BD59-A6C34878D82A}">
                    <a16:rowId xmlns:a16="http://schemas.microsoft.com/office/drawing/2014/main" val="2732408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0176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DE84B958-3A82-CF1D-EC93-D038C7CAEF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430816"/>
              </p:ext>
            </p:extLst>
          </p:nvPr>
        </p:nvGraphicFramePr>
        <p:xfrm>
          <a:off x="1901371" y="229809"/>
          <a:ext cx="10290629" cy="6860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Retângulo 1">
            <a:extLst>
              <a:ext uri="{FF2B5EF4-FFF2-40B4-BE49-F238E27FC236}">
                <a16:creationId xmlns:a16="http://schemas.microsoft.com/office/drawing/2014/main" id="{388357B2-0017-7D0F-9637-F5C1E204C1B3}"/>
              </a:ext>
            </a:extLst>
          </p:cNvPr>
          <p:cNvSpPr/>
          <p:nvPr/>
        </p:nvSpPr>
        <p:spPr>
          <a:xfrm>
            <a:off x="246743" y="1132113"/>
            <a:ext cx="246742" cy="2177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77247B5-2031-1160-A311-6AECD9A330D9}"/>
              </a:ext>
            </a:extLst>
          </p:cNvPr>
          <p:cNvSpPr txBox="1"/>
          <p:nvPr/>
        </p:nvSpPr>
        <p:spPr>
          <a:xfrm>
            <a:off x="493485" y="1056304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Quantidade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1B26D4A-3CBA-D79C-F07F-70653D41A953}"/>
              </a:ext>
            </a:extLst>
          </p:cNvPr>
          <p:cNvSpPr txBox="1"/>
          <p:nvPr/>
        </p:nvSpPr>
        <p:spPr>
          <a:xfrm>
            <a:off x="112485" y="1528512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Md</a:t>
            </a:r>
            <a:r>
              <a:rPr lang="pt-BR" dirty="0"/>
              <a:t>: 12,5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AAB221C-D2F4-BAD8-2D31-A31A44DE47BD}"/>
              </a:ext>
            </a:extLst>
          </p:cNvPr>
          <p:cNvSpPr txBox="1"/>
          <p:nvPr/>
        </p:nvSpPr>
        <p:spPr>
          <a:xfrm>
            <a:off x="112485" y="1955508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DP: 4,55 </a:t>
            </a:r>
            <a:r>
              <a:rPr lang="pt-BR" dirty="0" err="1"/>
              <a:t>arm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02399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600DDF-78A4-C300-6B5F-D0D6CEC0F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0310" y="387985"/>
            <a:ext cx="7231380" cy="1325563"/>
          </a:xfrm>
        </p:spPr>
        <p:txBody>
          <a:bodyPr/>
          <a:lstStyle/>
          <a:p>
            <a:r>
              <a:rPr lang="pt-BR" dirty="0">
                <a:solidFill>
                  <a:schemeClr val="accent1"/>
                </a:solidFill>
              </a:rPr>
              <a:t>Tempo de produção diário HG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A91CFF1B-C50D-0EE5-3564-8EE93DE645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0220271"/>
              </p:ext>
            </p:extLst>
          </p:nvPr>
        </p:nvGraphicFramePr>
        <p:xfrm>
          <a:off x="303305" y="1713548"/>
          <a:ext cx="11585390" cy="44048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7078">
                  <a:extLst>
                    <a:ext uri="{9D8B030D-6E8A-4147-A177-3AD203B41FA5}">
                      <a16:colId xmlns:a16="http://schemas.microsoft.com/office/drawing/2014/main" val="2327827007"/>
                    </a:ext>
                  </a:extLst>
                </a:gridCol>
                <a:gridCol w="2317078">
                  <a:extLst>
                    <a:ext uri="{9D8B030D-6E8A-4147-A177-3AD203B41FA5}">
                      <a16:colId xmlns:a16="http://schemas.microsoft.com/office/drawing/2014/main" val="1286717990"/>
                    </a:ext>
                  </a:extLst>
                </a:gridCol>
                <a:gridCol w="2317078">
                  <a:extLst>
                    <a:ext uri="{9D8B030D-6E8A-4147-A177-3AD203B41FA5}">
                      <a16:colId xmlns:a16="http://schemas.microsoft.com/office/drawing/2014/main" val="4062614268"/>
                    </a:ext>
                  </a:extLst>
                </a:gridCol>
                <a:gridCol w="2317078">
                  <a:extLst>
                    <a:ext uri="{9D8B030D-6E8A-4147-A177-3AD203B41FA5}">
                      <a16:colId xmlns:a16="http://schemas.microsoft.com/office/drawing/2014/main" val="3137793999"/>
                    </a:ext>
                  </a:extLst>
                </a:gridCol>
                <a:gridCol w="2317078">
                  <a:extLst>
                    <a:ext uri="{9D8B030D-6E8A-4147-A177-3AD203B41FA5}">
                      <a16:colId xmlns:a16="http://schemas.microsoft.com/office/drawing/2014/main" val="1900321725"/>
                    </a:ext>
                  </a:extLst>
                </a:gridCol>
              </a:tblGrid>
              <a:tr h="551552">
                <a:tc>
                  <a:txBody>
                    <a:bodyPr/>
                    <a:lstStyle/>
                    <a:p>
                      <a:pPr algn="ctr"/>
                      <a:r>
                        <a:rPr lang="pt-B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DIA</a:t>
                      </a: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</a:t>
                      </a: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INICIO</a:t>
                      </a: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FIM</a:t>
                      </a: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TEMPO</a:t>
                      </a:r>
                    </a:p>
                  </a:txBody>
                  <a:tcPr marL="130336" marR="130336" marT="65168" marB="65168"/>
                </a:tc>
                <a:extLst>
                  <a:ext uri="{0D108BD9-81ED-4DB2-BD59-A6C34878D82A}">
                    <a16:rowId xmlns:a16="http://schemas.microsoft.com/office/drawing/2014/main" val="3834774875"/>
                  </a:ext>
                </a:extLst>
              </a:tr>
              <a:tr h="551552">
                <a:tc>
                  <a:txBody>
                    <a:bodyPr/>
                    <a:lstStyle/>
                    <a:p>
                      <a:pPr algn="ctr"/>
                      <a:r>
                        <a:rPr lang="pt-B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Quinta</a:t>
                      </a: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10/</a:t>
                      </a:r>
                      <a:r>
                        <a:rPr lang="pt-BR" sz="2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</a:t>
                      </a:r>
                      <a:endParaRPr lang="pt-B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09:09:00</a:t>
                      </a:r>
                    </a:p>
                  </a:txBody>
                  <a:tcPr marL="13577" marR="13577" marT="1357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12:00:00</a:t>
                      </a:r>
                    </a:p>
                  </a:txBody>
                  <a:tcPr marL="13577" marR="13577" marT="1357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02:51:00</a:t>
                      </a:r>
                    </a:p>
                  </a:txBody>
                  <a:tcPr marL="13577" marR="13577" marT="13577" marB="0" anchor="ctr"/>
                </a:tc>
                <a:extLst>
                  <a:ext uri="{0D108BD9-81ED-4DB2-BD59-A6C34878D82A}">
                    <a16:rowId xmlns:a16="http://schemas.microsoft.com/office/drawing/2014/main" val="4241130003"/>
                  </a:ext>
                </a:extLst>
              </a:tr>
              <a:tr h="551552">
                <a:tc>
                  <a:txBody>
                    <a:bodyPr/>
                    <a:lstStyle/>
                    <a:p>
                      <a:pPr algn="ctr"/>
                      <a:r>
                        <a:rPr lang="pt-B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Sexta</a:t>
                      </a: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11/</a:t>
                      </a:r>
                      <a:r>
                        <a:rPr lang="pt-BR" sz="2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</a:t>
                      </a:r>
                      <a:endParaRPr lang="pt-B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08:05:00</a:t>
                      </a:r>
                    </a:p>
                  </a:txBody>
                  <a:tcPr marL="13577" marR="13577" marT="1357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11:33:00</a:t>
                      </a:r>
                    </a:p>
                  </a:txBody>
                  <a:tcPr marL="13577" marR="13577" marT="1357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03:28:00</a:t>
                      </a:r>
                    </a:p>
                  </a:txBody>
                  <a:tcPr marL="13577" marR="13577" marT="13577" marB="0" anchor="ctr"/>
                </a:tc>
                <a:extLst>
                  <a:ext uri="{0D108BD9-81ED-4DB2-BD59-A6C34878D82A}">
                    <a16:rowId xmlns:a16="http://schemas.microsoft.com/office/drawing/2014/main" val="2632144088"/>
                  </a:ext>
                </a:extLst>
              </a:tr>
              <a:tr h="551552">
                <a:tc>
                  <a:txBody>
                    <a:bodyPr/>
                    <a:lstStyle/>
                    <a:p>
                      <a:pPr algn="ctr"/>
                      <a:r>
                        <a:rPr lang="pt-B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Sábado</a:t>
                      </a: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12/</a:t>
                      </a:r>
                      <a:r>
                        <a:rPr lang="pt-BR" sz="2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</a:t>
                      </a:r>
                      <a:endParaRPr lang="pt-B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08:51:00</a:t>
                      </a:r>
                    </a:p>
                  </a:txBody>
                  <a:tcPr marL="13577" marR="13577" marT="1357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09:44:00</a:t>
                      </a:r>
                    </a:p>
                  </a:txBody>
                  <a:tcPr marL="13577" marR="13577" marT="1357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00:53:00</a:t>
                      </a:r>
                    </a:p>
                  </a:txBody>
                  <a:tcPr marL="13577" marR="13577" marT="13577" marB="0" anchor="ctr"/>
                </a:tc>
                <a:extLst>
                  <a:ext uri="{0D108BD9-81ED-4DB2-BD59-A6C34878D82A}">
                    <a16:rowId xmlns:a16="http://schemas.microsoft.com/office/drawing/2014/main" val="1018948402"/>
                  </a:ext>
                </a:extLst>
              </a:tr>
              <a:tr h="551552">
                <a:tc>
                  <a:txBody>
                    <a:bodyPr/>
                    <a:lstStyle/>
                    <a:p>
                      <a:pPr algn="ctr"/>
                      <a:r>
                        <a:rPr lang="pt-B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Segunda</a:t>
                      </a: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14/</a:t>
                      </a:r>
                      <a:r>
                        <a:rPr lang="pt-BR" sz="2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</a:t>
                      </a:r>
                      <a:endParaRPr lang="pt-B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08:44:00</a:t>
                      </a:r>
                    </a:p>
                  </a:txBody>
                  <a:tcPr marL="13577" marR="13577" marT="1357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09:54:00</a:t>
                      </a:r>
                    </a:p>
                  </a:txBody>
                  <a:tcPr marL="13577" marR="13577" marT="1357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01:10:00</a:t>
                      </a:r>
                    </a:p>
                  </a:txBody>
                  <a:tcPr marL="13577" marR="13577" marT="13577" marB="0" anchor="ctr"/>
                </a:tc>
                <a:extLst>
                  <a:ext uri="{0D108BD9-81ED-4DB2-BD59-A6C34878D82A}">
                    <a16:rowId xmlns:a16="http://schemas.microsoft.com/office/drawing/2014/main" val="2364442714"/>
                  </a:ext>
                </a:extLst>
              </a:tr>
              <a:tr h="551552">
                <a:tc>
                  <a:txBody>
                    <a:bodyPr/>
                    <a:lstStyle/>
                    <a:p>
                      <a:pPr algn="ctr"/>
                      <a:r>
                        <a:rPr lang="pt-B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Terça</a:t>
                      </a: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15/</a:t>
                      </a:r>
                      <a:r>
                        <a:rPr lang="pt-BR" sz="2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</a:t>
                      </a:r>
                      <a:endParaRPr lang="pt-B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08:53:00</a:t>
                      </a:r>
                    </a:p>
                  </a:txBody>
                  <a:tcPr marL="13577" marR="13577" marT="1357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10:18:00</a:t>
                      </a:r>
                    </a:p>
                  </a:txBody>
                  <a:tcPr marL="13577" marR="13577" marT="1357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01:25:00</a:t>
                      </a:r>
                    </a:p>
                  </a:txBody>
                  <a:tcPr marL="13577" marR="13577" marT="13577" marB="0" anchor="ctr"/>
                </a:tc>
                <a:extLst>
                  <a:ext uri="{0D108BD9-81ED-4DB2-BD59-A6C34878D82A}">
                    <a16:rowId xmlns:a16="http://schemas.microsoft.com/office/drawing/2014/main" val="3437706998"/>
                  </a:ext>
                </a:extLst>
              </a:tr>
              <a:tr h="551552">
                <a:tc>
                  <a:txBody>
                    <a:bodyPr/>
                    <a:lstStyle/>
                    <a:p>
                      <a:pPr algn="ctr"/>
                      <a:r>
                        <a:rPr lang="pt-B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Quarta</a:t>
                      </a: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16/</a:t>
                      </a:r>
                      <a:r>
                        <a:rPr lang="pt-BR" sz="2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</a:t>
                      </a:r>
                      <a:endParaRPr lang="pt-B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09:12:00</a:t>
                      </a:r>
                    </a:p>
                  </a:txBody>
                  <a:tcPr marL="13577" marR="13577" marT="1357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10:18:00</a:t>
                      </a:r>
                    </a:p>
                  </a:txBody>
                  <a:tcPr marL="13577" marR="13577" marT="1357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02:59:00</a:t>
                      </a:r>
                    </a:p>
                  </a:txBody>
                  <a:tcPr marL="13577" marR="13577" marT="13577" marB="0" anchor="ctr"/>
                </a:tc>
                <a:extLst>
                  <a:ext uri="{0D108BD9-81ED-4DB2-BD59-A6C34878D82A}">
                    <a16:rowId xmlns:a16="http://schemas.microsoft.com/office/drawing/2014/main" val="2940848060"/>
                  </a:ext>
                </a:extLst>
              </a:tr>
              <a:tr h="543997">
                <a:tc>
                  <a:txBody>
                    <a:bodyPr/>
                    <a:lstStyle/>
                    <a:p>
                      <a:pPr algn="ctr"/>
                      <a:r>
                        <a:rPr lang="pt-B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Média</a:t>
                      </a: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/>
                      <a:endParaRPr lang="pt-BR" sz="2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/>
                      <a:endParaRPr lang="pt-BR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/>
                      <a:endParaRPr lang="pt-BR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02:07:40</a:t>
                      </a:r>
                    </a:p>
                  </a:txBody>
                  <a:tcPr marL="13577" marR="13577" marT="13577" marB="0" anchor="b"/>
                </a:tc>
                <a:extLst>
                  <a:ext uri="{0D108BD9-81ED-4DB2-BD59-A6C34878D82A}">
                    <a16:rowId xmlns:a16="http://schemas.microsoft.com/office/drawing/2014/main" val="1496400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4203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DE84B958-3A82-CF1D-EC93-D038C7CAEF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5311033"/>
              </p:ext>
            </p:extLst>
          </p:nvPr>
        </p:nvGraphicFramePr>
        <p:xfrm>
          <a:off x="1901371" y="229809"/>
          <a:ext cx="10290629" cy="6860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Retângulo 1">
            <a:extLst>
              <a:ext uri="{FF2B5EF4-FFF2-40B4-BE49-F238E27FC236}">
                <a16:creationId xmlns:a16="http://schemas.microsoft.com/office/drawing/2014/main" id="{388357B2-0017-7D0F-9637-F5C1E204C1B3}"/>
              </a:ext>
            </a:extLst>
          </p:cNvPr>
          <p:cNvSpPr/>
          <p:nvPr/>
        </p:nvSpPr>
        <p:spPr>
          <a:xfrm>
            <a:off x="246743" y="1132113"/>
            <a:ext cx="246742" cy="2177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77247B5-2031-1160-A311-6AECD9A330D9}"/>
              </a:ext>
            </a:extLst>
          </p:cNvPr>
          <p:cNvSpPr txBox="1"/>
          <p:nvPr/>
        </p:nvSpPr>
        <p:spPr>
          <a:xfrm>
            <a:off x="493485" y="1056304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Horas/min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F46D0B7-B317-8EBA-6BBE-ECAC2A2C60C3}"/>
              </a:ext>
            </a:extLst>
          </p:cNvPr>
          <p:cNvSpPr txBox="1"/>
          <p:nvPr/>
        </p:nvSpPr>
        <p:spPr>
          <a:xfrm>
            <a:off x="112485" y="1528512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Md</a:t>
            </a:r>
            <a:r>
              <a:rPr lang="pt-BR" dirty="0"/>
              <a:t>: 02:07:40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627BC8E-D273-8D36-D31F-3D8872357AB8}"/>
              </a:ext>
            </a:extLst>
          </p:cNvPr>
          <p:cNvSpPr txBox="1"/>
          <p:nvPr/>
        </p:nvSpPr>
        <p:spPr>
          <a:xfrm>
            <a:off x="112485" y="1955508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DP: 01:05:52</a:t>
            </a:r>
          </a:p>
        </p:txBody>
      </p:sp>
    </p:spTree>
    <p:extLst>
      <p:ext uri="{BB962C8B-B14F-4D97-AF65-F5344CB8AC3E}">
        <p14:creationId xmlns:p14="http://schemas.microsoft.com/office/powerpoint/2010/main" val="4250941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500EA7EF-E399-D33E-714F-DFDF9E9D7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0310" y="387985"/>
            <a:ext cx="7231380" cy="1325563"/>
          </a:xfrm>
        </p:spPr>
        <p:txBody>
          <a:bodyPr/>
          <a:lstStyle/>
          <a:p>
            <a:r>
              <a:rPr lang="pt-BR" dirty="0"/>
              <a:t>Tempo de produção diário HR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A0B4405-4FC2-0CF4-F35C-2A405A4266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7744466"/>
              </p:ext>
            </p:extLst>
          </p:nvPr>
        </p:nvGraphicFramePr>
        <p:xfrm>
          <a:off x="303305" y="1714410"/>
          <a:ext cx="11585390" cy="44048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7078">
                  <a:extLst>
                    <a:ext uri="{9D8B030D-6E8A-4147-A177-3AD203B41FA5}">
                      <a16:colId xmlns:a16="http://schemas.microsoft.com/office/drawing/2014/main" val="2327827007"/>
                    </a:ext>
                  </a:extLst>
                </a:gridCol>
                <a:gridCol w="2317078">
                  <a:extLst>
                    <a:ext uri="{9D8B030D-6E8A-4147-A177-3AD203B41FA5}">
                      <a16:colId xmlns:a16="http://schemas.microsoft.com/office/drawing/2014/main" val="1286717990"/>
                    </a:ext>
                  </a:extLst>
                </a:gridCol>
                <a:gridCol w="2317078">
                  <a:extLst>
                    <a:ext uri="{9D8B030D-6E8A-4147-A177-3AD203B41FA5}">
                      <a16:colId xmlns:a16="http://schemas.microsoft.com/office/drawing/2014/main" val="4062614268"/>
                    </a:ext>
                  </a:extLst>
                </a:gridCol>
                <a:gridCol w="2317078">
                  <a:extLst>
                    <a:ext uri="{9D8B030D-6E8A-4147-A177-3AD203B41FA5}">
                      <a16:colId xmlns:a16="http://schemas.microsoft.com/office/drawing/2014/main" val="3137793999"/>
                    </a:ext>
                  </a:extLst>
                </a:gridCol>
                <a:gridCol w="2317078">
                  <a:extLst>
                    <a:ext uri="{9D8B030D-6E8A-4147-A177-3AD203B41FA5}">
                      <a16:colId xmlns:a16="http://schemas.microsoft.com/office/drawing/2014/main" val="1900321725"/>
                    </a:ext>
                  </a:extLst>
                </a:gridCol>
              </a:tblGrid>
              <a:tr h="551552">
                <a:tc>
                  <a:txBody>
                    <a:bodyPr/>
                    <a:lstStyle/>
                    <a:p>
                      <a:pPr algn="ctr"/>
                      <a:r>
                        <a:rPr lang="pt-B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DIA</a:t>
                      </a: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</a:t>
                      </a: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INICIO</a:t>
                      </a: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FIM</a:t>
                      </a: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TEMPO</a:t>
                      </a:r>
                    </a:p>
                  </a:txBody>
                  <a:tcPr marL="130336" marR="130336" marT="65168" marB="65168"/>
                </a:tc>
                <a:extLst>
                  <a:ext uri="{0D108BD9-81ED-4DB2-BD59-A6C34878D82A}">
                    <a16:rowId xmlns:a16="http://schemas.microsoft.com/office/drawing/2014/main" val="3834774875"/>
                  </a:ext>
                </a:extLst>
              </a:tr>
              <a:tr h="551552">
                <a:tc>
                  <a:txBody>
                    <a:bodyPr/>
                    <a:lstStyle/>
                    <a:p>
                      <a:pPr algn="ctr"/>
                      <a:r>
                        <a:rPr lang="pt-B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Quinta</a:t>
                      </a: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10/</a:t>
                      </a:r>
                      <a:r>
                        <a:rPr lang="pt-BR" sz="2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</a:t>
                      </a:r>
                      <a:endParaRPr lang="pt-B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14:50:00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17:20:00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02:30:00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41130003"/>
                  </a:ext>
                </a:extLst>
              </a:tr>
              <a:tr h="551552">
                <a:tc>
                  <a:txBody>
                    <a:bodyPr/>
                    <a:lstStyle/>
                    <a:p>
                      <a:pPr algn="ctr"/>
                      <a:r>
                        <a:rPr lang="pt-B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Sexta</a:t>
                      </a: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11/</a:t>
                      </a:r>
                      <a:r>
                        <a:rPr lang="pt-BR" sz="2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</a:t>
                      </a:r>
                      <a:endParaRPr lang="pt-B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13:24:00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14:10:00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00:46:00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32144088"/>
                  </a:ext>
                </a:extLst>
              </a:tr>
              <a:tr h="551552">
                <a:tc>
                  <a:txBody>
                    <a:bodyPr/>
                    <a:lstStyle/>
                    <a:p>
                      <a:pPr algn="ctr"/>
                      <a:r>
                        <a:rPr lang="pt-B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Sábado</a:t>
                      </a: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12/</a:t>
                      </a:r>
                      <a:r>
                        <a:rPr lang="pt-BR" sz="2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</a:t>
                      </a:r>
                      <a:endParaRPr lang="pt-B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11:09:00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12:19:00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01:10:00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18948402"/>
                  </a:ext>
                </a:extLst>
              </a:tr>
              <a:tr h="551552">
                <a:tc>
                  <a:txBody>
                    <a:bodyPr/>
                    <a:lstStyle/>
                    <a:p>
                      <a:pPr algn="ctr"/>
                      <a:r>
                        <a:rPr lang="pt-B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Segunda</a:t>
                      </a: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14/</a:t>
                      </a:r>
                      <a:r>
                        <a:rPr lang="pt-BR" sz="2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</a:t>
                      </a:r>
                      <a:endParaRPr lang="pt-B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11:16:00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12:35:00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01:19:00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64442714"/>
                  </a:ext>
                </a:extLst>
              </a:tr>
              <a:tr h="551552">
                <a:tc>
                  <a:txBody>
                    <a:bodyPr/>
                    <a:lstStyle/>
                    <a:p>
                      <a:pPr algn="ctr"/>
                      <a:r>
                        <a:rPr lang="pt-B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Terça</a:t>
                      </a: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15/</a:t>
                      </a:r>
                      <a:r>
                        <a:rPr lang="pt-BR" sz="2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</a:t>
                      </a:r>
                      <a:endParaRPr lang="pt-B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11:00:00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12:28:00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01:28:00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37706998"/>
                  </a:ext>
                </a:extLst>
              </a:tr>
              <a:tr h="551552">
                <a:tc>
                  <a:txBody>
                    <a:bodyPr/>
                    <a:lstStyle/>
                    <a:p>
                      <a:pPr algn="ctr"/>
                      <a:r>
                        <a:rPr lang="pt-B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Quarta</a:t>
                      </a: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16/</a:t>
                      </a:r>
                      <a:r>
                        <a:rPr lang="pt-BR" sz="2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</a:t>
                      </a:r>
                      <a:endParaRPr lang="pt-B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14:06:00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16:55:00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02:49:00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40848060"/>
                  </a:ext>
                </a:extLst>
              </a:tr>
              <a:tr h="543997">
                <a:tc>
                  <a:txBody>
                    <a:bodyPr/>
                    <a:lstStyle/>
                    <a:p>
                      <a:pPr algn="ctr"/>
                      <a:r>
                        <a:rPr lang="pt-B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Média</a:t>
                      </a: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/>
                      <a:endParaRPr lang="pt-BR" sz="2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/>
                      <a:endParaRPr lang="pt-B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/>
                      <a:endParaRPr lang="pt-BR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01:40:20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96400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1395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DE84B958-3A82-CF1D-EC93-D038C7CAEF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6793221"/>
              </p:ext>
            </p:extLst>
          </p:nvPr>
        </p:nvGraphicFramePr>
        <p:xfrm>
          <a:off x="1901371" y="229809"/>
          <a:ext cx="10290629" cy="6860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Retângulo 1">
            <a:extLst>
              <a:ext uri="{FF2B5EF4-FFF2-40B4-BE49-F238E27FC236}">
                <a16:creationId xmlns:a16="http://schemas.microsoft.com/office/drawing/2014/main" id="{388357B2-0017-7D0F-9637-F5C1E204C1B3}"/>
              </a:ext>
            </a:extLst>
          </p:cNvPr>
          <p:cNvSpPr/>
          <p:nvPr/>
        </p:nvSpPr>
        <p:spPr>
          <a:xfrm>
            <a:off x="246743" y="1132113"/>
            <a:ext cx="246742" cy="2177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77247B5-2031-1160-A311-6AECD9A330D9}"/>
              </a:ext>
            </a:extLst>
          </p:cNvPr>
          <p:cNvSpPr txBox="1"/>
          <p:nvPr/>
        </p:nvSpPr>
        <p:spPr>
          <a:xfrm>
            <a:off x="493485" y="1056304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Horas/min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D1499E8-CB1E-4B13-238F-404D042E1553}"/>
              </a:ext>
            </a:extLst>
          </p:cNvPr>
          <p:cNvSpPr txBox="1"/>
          <p:nvPr/>
        </p:nvSpPr>
        <p:spPr>
          <a:xfrm>
            <a:off x="112485" y="1528512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Md</a:t>
            </a:r>
            <a:r>
              <a:rPr lang="pt-BR" dirty="0"/>
              <a:t>: 01:40:20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069D8EB-50AF-A896-5E26-F5E456159592}"/>
              </a:ext>
            </a:extLst>
          </p:cNvPr>
          <p:cNvSpPr txBox="1"/>
          <p:nvPr/>
        </p:nvSpPr>
        <p:spPr>
          <a:xfrm>
            <a:off x="112485" y="1955508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DP: 00:48:17</a:t>
            </a:r>
          </a:p>
        </p:txBody>
      </p:sp>
    </p:spTree>
    <p:extLst>
      <p:ext uri="{BB962C8B-B14F-4D97-AF65-F5344CB8AC3E}">
        <p14:creationId xmlns:p14="http://schemas.microsoft.com/office/powerpoint/2010/main" val="692781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600DDF-78A4-C300-6B5F-D0D6CEC0F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2652" y="387985"/>
            <a:ext cx="5306695" cy="1325563"/>
          </a:xfrm>
        </p:spPr>
        <p:txBody>
          <a:bodyPr/>
          <a:lstStyle/>
          <a:p>
            <a:r>
              <a:rPr lang="pt-BR" dirty="0">
                <a:solidFill>
                  <a:schemeClr val="accent1"/>
                </a:solidFill>
              </a:rPr>
              <a:t>Produção por hora HG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A91CFF1B-C50D-0EE5-3564-8EE93DE645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9320872"/>
              </p:ext>
            </p:extLst>
          </p:nvPr>
        </p:nvGraphicFramePr>
        <p:xfrm>
          <a:off x="2959575" y="1687196"/>
          <a:ext cx="6272848" cy="44048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3199">
                  <a:extLst>
                    <a:ext uri="{9D8B030D-6E8A-4147-A177-3AD203B41FA5}">
                      <a16:colId xmlns:a16="http://schemas.microsoft.com/office/drawing/2014/main" val="2327827007"/>
                    </a:ext>
                  </a:extLst>
                </a:gridCol>
                <a:gridCol w="1613199">
                  <a:extLst>
                    <a:ext uri="{9D8B030D-6E8A-4147-A177-3AD203B41FA5}">
                      <a16:colId xmlns:a16="http://schemas.microsoft.com/office/drawing/2014/main" val="1286717990"/>
                    </a:ext>
                  </a:extLst>
                </a:gridCol>
                <a:gridCol w="3046450">
                  <a:extLst>
                    <a:ext uri="{9D8B030D-6E8A-4147-A177-3AD203B41FA5}">
                      <a16:colId xmlns:a16="http://schemas.microsoft.com/office/drawing/2014/main" val="4062614268"/>
                    </a:ext>
                  </a:extLst>
                </a:gridCol>
              </a:tblGrid>
              <a:tr h="551552">
                <a:tc>
                  <a:txBody>
                    <a:bodyPr/>
                    <a:lstStyle/>
                    <a:p>
                      <a:pPr algn="ctr"/>
                      <a:r>
                        <a:rPr lang="pt-B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DIA</a:t>
                      </a: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</a:t>
                      </a:r>
                      <a:endParaRPr lang="pt-B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Produção/Hora</a:t>
                      </a:r>
                    </a:p>
                  </a:txBody>
                  <a:tcPr marL="130336" marR="130336" marT="65168" marB="65168"/>
                </a:tc>
                <a:extLst>
                  <a:ext uri="{0D108BD9-81ED-4DB2-BD59-A6C34878D82A}">
                    <a16:rowId xmlns:a16="http://schemas.microsoft.com/office/drawing/2014/main" val="3834774875"/>
                  </a:ext>
                </a:extLst>
              </a:tr>
              <a:tr h="551552">
                <a:tc>
                  <a:txBody>
                    <a:bodyPr/>
                    <a:lstStyle/>
                    <a:p>
                      <a:pPr algn="ctr"/>
                      <a:r>
                        <a:rPr lang="pt-BR" sz="2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Quinta</a:t>
                      </a:r>
                      <a:endParaRPr lang="pt-B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10/abr</a:t>
                      </a:r>
                      <a:endParaRPr lang="pt-B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11,58</a:t>
                      </a:r>
                    </a:p>
                  </a:txBody>
                  <a:tcPr marL="13577" marR="13577" marT="13577" marB="0" anchor="ctr"/>
                </a:tc>
                <a:extLst>
                  <a:ext uri="{0D108BD9-81ED-4DB2-BD59-A6C34878D82A}">
                    <a16:rowId xmlns:a16="http://schemas.microsoft.com/office/drawing/2014/main" val="4241130003"/>
                  </a:ext>
                </a:extLst>
              </a:tr>
              <a:tr h="551552">
                <a:tc>
                  <a:txBody>
                    <a:bodyPr/>
                    <a:lstStyle/>
                    <a:p>
                      <a:pPr algn="ctr"/>
                      <a:r>
                        <a:rPr lang="pt-BR" sz="2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Sexta</a:t>
                      </a:r>
                      <a:endParaRPr lang="pt-B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11/</a:t>
                      </a:r>
                      <a:r>
                        <a:rPr lang="pt-BR" sz="2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</a:t>
                      </a:r>
                      <a:endParaRPr lang="pt-B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7,21</a:t>
                      </a:r>
                    </a:p>
                  </a:txBody>
                  <a:tcPr marL="13577" marR="13577" marT="13577" marB="0" anchor="ctr"/>
                </a:tc>
                <a:extLst>
                  <a:ext uri="{0D108BD9-81ED-4DB2-BD59-A6C34878D82A}">
                    <a16:rowId xmlns:a16="http://schemas.microsoft.com/office/drawing/2014/main" val="2632144088"/>
                  </a:ext>
                </a:extLst>
              </a:tr>
              <a:tr h="551552">
                <a:tc>
                  <a:txBody>
                    <a:bodyPr/>
                    <a:lstStyle/>
                    <a:p>
                      <a:pPr algn="ctr"/>
                      <a:r>
                        <a:rPr lang="pt-BR" sz="2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Sábado</a:t>
                      </a:r>
                      <a:endParaRPr lang="pt-B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12/abr</a:t>
                      </a:r>
                      <a:endParaRPr lang="pt-B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13,58</a:t>
                      </a:r>
                    </a:p>
                  </a:txBody>
                  <a:tcPr marL="13577" marR="13577" marT="13577" marB="0" anchor="ctr"/>
                </a:tc>
                <a:extLst>
                  <a:ext uri="{0D108BD9-81ED-4DB2-BD59-A6C34878D82A}">
                    <a16:rowId xmlns:a16="http://schemas.microsoft.com/office/drawing/2014/main" val="1018948402"/>
                  </a:ext>
                </a:extLst>
              </a:tr>
              <a:tr h="551552">
                <a:tc>
                  <a:txBody>
                    <a:bodyPr/>
                    <a:lstStyle/>
                    <a:p>
                      <a:pPr algn="ctr"/>
                      <a:r>
                        <a:rPr lang="pt-BR" sz="2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Segunda</a:t>
                      </a:r>
                      <a:endParaRPr lang="pt-B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14/abr</a:t>
                      </a:r>
                      <a:endParaRPr lang="pt-B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10,29</a:t>
                      </a:r>
                    </a:p>
                  </a:txBody>
                  <a:tcPr marL="13577" marR="13577" marT="13577" marB="0" anchor="ctr"/>
                </a:tc>
                <a:extLst>
                  <a:ext uri="{0D108BD9-81ED-4DB2-BD59-A6C34878D82A}">
                    <a16:rowId xmlns:a16="http://schemas.microsoft.com/office/drawing/2014/main" val="2364442714"/>
                  </a:ext>
                </a:extLst>
              </a:tr>
              <a:tr h="551552">
                <a:tc>
                  <a:txBody>
                    <a:bodyPr/>
                    <a:lstStyle/>
                    <a:p>
                      <a:pPr algn="ctr"/>
                      <a:r>
                        <a:rPr lang="pt-BR" sz="2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Terça</a:t>
                      </a:r>
                      <a:endParaRPr lang="pt-B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15/abr</a:t>
                      </a:r>
                      <a:endParaRPr lang="pt-B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8,47</a:t>
                      </a:r>
                    </a:p>
                  </a:txBody>
                  <a:tcPr marL="13577" marR="13577" marT="13577" marB="0" anchor="ctr"/>
                </a:tc>
                <a:extLst>
                  <a:ext uri="{0D108BD9-81ED-4DB2-BD59-A6C34878D82A}">
                    <a16:rowId xmlns:a16="http://schemas.microsoft.com/office/drawing/2014/main" val="3437706998"/>
                  </a:ext>
                </a:extLst>
              </a:tr>
              <a:tr h="551552">
                <a:tc>
                  <a:txBody>
                    <a:bodyPr/>
                    <a:lstStyle/>
                    <a:p>
                      <a:pPr algn="ctr"/>
                      <a:r>
                        <a:rPr lang="pt-BR" sz="2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Quarta</a:t>
                      </a:r>
                      <a:endParaRPr lang="pt-B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16/abr</a:t>
                      </a:r>
                      <a:endParaRPr lang="pt-B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8,72</a:t>
                      </a:r>
                    </a:p>
                  </a:txBody>
                  <a:tcPr marL="13577" marR="13577" marT="13577" marB="0" anchor="ctr"/>
                </a:tc>
                <a:extLst>
                  <a:ext uri="{0D108BD9-81ED-4DB2-BD59-A6C34878D82A}">
                    <a16:rowId xmlns:a16="http://schemas.microsoft.com/office/drawing/2014/main" val="2940848060"/>
                  </a:ext>
                </a:extLst>
              </a:tr>
              <a:tr h="543997">
                <a:tc>
                  <a:txBody>
                    <a:bodyPr/>
                    <a:lstStyle/>
                    <a:p>
                      <a:pPr algn="ctr"/>
                      <a:r>
                        <a:rPr lang="pt-BR" sz="2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Média</a:t>
                      </a:r>
                      <a:endParaRPr lang="pt-B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/>
                      <a:endParaRPr lang="pt-BR" sz="2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9,975</a:t>
                      </a:r>
                    </a:p>
                  </a:txBody>
                  <a:tcPr marL="130336" marR="130336" marT="65168" marB="65168"/>
                </a:tc>
                <a:extLst>
                  <a:ext uri="{0D108BD9-81ED-4DB2-BD59-A6C34878D82A}">
                    <a16:rowId xmlns:a16="http://schemas.microsoft.com/office/drawing/2014/main" val="1496400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0359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88357B2-0017-7D0F-9637-F5C1E204C1B3}"/>
              </a:ext>
            </a:extLst>
          </p:cNvPr>
          <p:cNvSpPr/>
          <p:nvPr/>
        </p:nvSpPr>
        <p:spPr>
          <a:xfrm>
            <a:off x="246743" y="1132113"/>
            <a:ext cx="246742" cy="2177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77247B5-2031-1160-A311-6AECD9A330D9}"/>
              </a:ext>
            </a:extLst>
          </p:cNvPr>
          <p:cNvSpPr txBox="1"/>
          <p:nvPr/>
        </p:nvSpPr>
        <p:spPr>
          <a:xfrm>
            <a:off x="493485" y="1056304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Qtd</a:t>
            </a:r>
            <a:r>
              <a:rPr lang="pt-BR" dirty="0"/>
              <a:t>/hora</a:t>
            </a:r>
          </a:p>
        </p:txBody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0222C770-2827-99A8-9EE0-23E69AF513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9721474"/>
              </p:ext>
            </p:extLst>
          </p:nvPr>
        </p:nvGraphicFramePr>
        <p:xfrm>
          <a:off x="2070100" y="110066"/>
          <a:ext cx="10121900" cy="67479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A8DAC9E0-B07E-968B-BFAC-5781096CB3E5}"/>
              </a:ext>
            </a:extLst>
          </p:cNvPr>
          <p:cNvSpPr txBox="1"/>
          <p:nvPr/>
        </p:nvSpPr>
        <p:spPr>
          <a:xfrm>
            <a:off x="112485" y="1528512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Md</a:t>
            </a:r>
            <a:r>
              <a:rPr lang="pt-BR" dirty="0"/>
              <a:t>: 9,975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C8F7C37-92FF-BBD9-E5A0-121C8AAC9BA8}"/>
              </a:ext>
            </a:extLst>
          </p:cNvPr>
          <p:cNvSpPr txBox="1"/>
          <p:nvPr/>
        </p:nvSpPr>
        <p:spPr>
          <a:xfrm>
            <a:off x="112485" y="1955508"/>
            <a:ext cx="210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DP: 2,33 </a:t>
            </a:r>
            <a:r>
              <a:rPr lang="pt-BR" dirty="0" err="1"/>
              <a:t>arm</a:t>
            </a:r>
            <a:r>
              <a:rPr lang="pt-BR" dirty="0"/>
              <a:t>/</a:t>
            </a:r>
            <a:r>
              <a:rPr lang="pt-BR" dirty="0" err="1"/>
              <a:t>hr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16303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0E1B0B0F-F789-3DFF-DBC9-AE6EF08D5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8055" y="387985"/>
            <a:ext cx="5215890" cy="1325563"/>
          </a:xfrm>
        </p:spPr>
        <p:txBody>
          <a:bodyPr/>
          <a:lstStyle/>
          <a:p>
            <a:r>
              <a:rPr lang="pt-BR" dirty="0">
                <a:solidFill>
                  <a:schemeClr val="accent1"/>
                </a:solidFill>
              </a:rPr>
              <a:t>Produção por hora HR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00D55B88-4270-D889-9166-CA43FB80AB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5642223"/>
              </p:ext>
            </p:extLst>
          </p:nvPr>
        </p:nvGraphicFramePr>
        <p:xfrm>
          <a:off x="2959575" y="1687196"/>
          <a:ext cx="6272848" cy="44048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3199">
                  <a:extLst>
                    <a:ext uri="{9D8B030D-6E8A-4147-A177-3AD203B41FA5}">
                      <a16:colId xmlns:a16="http://schemas.microsoft.com/office/drawing/2014/main" val="2327827007"/>
                    </a:ext>
                  </a:extLst>
                </a:gridCol>
                <a:gridCol w="1613199">
                  <a:extLst>
                    <a:ext uri="{9D8B030D-6E8A-4147-A177-3AD203B41FA5}">
                      <a16:colId xmlns:a16="http://schemas.microsoft.com/office/drawing/2014/main" val="1286717990"/>
                    </a:ext>
                  </a:extLst>
                </a:gridCol>
                <a:gridCol w="3046450">
                  <a:extLst>
                    <a:ext uri="{9D8B030D-6E8A-4147-A177-3AD203B41FA5}">
                      <a16:colId xmlns:a16="http://schemas.microsoft.com/office/drawing/2014/main" val="4062614268"/>
                    </a:ext>
                  </a:extLst>
                </a:gridCol>
              </a:tblGrid>
              <a:tr h="551552">
                <a:tc>
                  <a:txBody>
                    <a:bodyPr/>
                    <a:lstStyle/>
                    <a:p>
                      <a:pPr algn="ctr"/>
                      <a:r>
                        <a:rPr lang="pt-B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DIA</a:t>
                      </a: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</a:t>
                      </a:r>
                      <a:endParaRPr lang="pt-B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Produção/Hora</a:t>
                      </a:r>
                    </a:p>
                  </a:txBody>
                  <a:tcPr marL="130336" marR="130336" marT="65168" marB="65168"/>
                </a:tc>
                <a:extLst>
                  <a:ext uri="{0D108BD9-81ED-4DB2-BD59-A6C34878D82A}">
                    <a16:rowId xmlns:a16="http://schemas.microsoft.com/office/drawing/2014/main" val="3834774875"/>
                  </a:ext>
                </a:extLst>
              </a:tr>
              <a:tr h="551552">
                <a:tc>
                  <a:txBody>
                    <a:bodyPr/>
                    <a:lstStyle/>
                    <a:p>
                      <a:pPr algn="ctr"/>
                      <a:r>
                        <a:rPr lang="pt-B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Quinta</a:t>
                      </a: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10/</a:t>
                      </a:r>
                      <a:r>
                        <a:rPr lang="pt-BR" sz="2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</a:t>
                      </a:r>
                      <a:endParaRPr lang="pt-B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7,20</a:t>
                      </a:r>
                    </a:p>
                  </a:txBody>
                  <a:tcPr marL="13577" marR="13577" marT="13577" marB="0" anchor="ctr"/>
                </a:tc>
                <a:extLst>
                  <a:ext uri="{0D108BD9-81ED-4DB2-BD59-A6C34878D82A}">
                    <a16:rowId xmlns:a16="http://schemas.microsoft.com/office/drawing/2014/main" val="4241130003"/>
                  </a:ext>
                </a:extLst>
              </a:tr>
              <a:tr h="551552">
                <a:tc>
                  <a:txBody>
                    <a:bodyPr/>
                    <a:lstStyle/>
                    <a:p>
                      <a:pPr algn="ctr"/>
                      <a:r>
                        <a:rPr lang="pt-BR" sz="2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Sexta</a:t>
                      </a:r>
                      <a:endParaRPr lang="pt-B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11/abr</a:t>
                      </a:r>
                      <a:endParaRPr lang="pt-B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9,13</a:t>
                      </a:r>
                    </a:p>
                  </a:txBody>
                  <a:tcPr marL="13577" marR="13577" marT="13577" marB="0" anchor="ctr"/>
                </a:tc>
                <a:extLst>
                  <a:ext uri="{0D108BD9-81ED-4DB2-BD59-A6C34878D82A}">
                    <a16:rowId xmlns:a16="http://schemas.microsoft.com/office/drawing/2014/main" val="2632144088"/>
                  </a:ext>
                </a:extLst>
              </a:tr>
              <a:tr h="551552">
                <a:tc>
                  <a:txBody>
                    <a:bodyPr/>
                    <a:lstStyle/>
                    <a:p>
                      <a:pPr algn="ctr"/>
                      <a:r>
                        <a:rPr lang="pt-BR" sz="2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Sábado</a:t>
                      </a:r>
                      <a:endParaRPr lang="pt-B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12/abr</a:t>
                      </a:r>
                      <a:endParaRPr lang="pt-B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8,57</a:t>
                      </a:r>
                    </a:p>
                  </a:txBody>
                  <a:tcPr marL="13577" marR="13577" marT="13577" marB="0" anchor="ctr"/>
                </a:tc>
                <a:extLst>
                  <a:ext uri="{0D108BD9-81ED-4DB2-BD59-A6C34878D82A}">
                    <a16:rowId xmlns:a16="http://schemas.microsoft.com/office/drawing/2014/main" val="1018948402"/>
                  </a:ext>
                </a:extLst>
              </a:tr>
              <a:tr h="551552">
                <a:tc>
                  <a:txBody>
                    <a:bodyPr/>
                    <a:lstStyle/>
                    <a:p>
                      <a:pPr algn="ctr"/>
                      <a:r>
                        <a:rPr lang="pt-BR" sz="2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Segunda</a:t>
                      </a:r>
                      <a:endParaRPr lang="pt-B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14/abr</a:t>
                      </a:r>
                      <a:endParaRPr lang="pt-B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7,59</a:t>
                      </a:r>
                    </a:p>
                  </a:txBody>
                  <a:tcPr marL="13577" marR="13577" marT="13577" marB="0" anchor="ctr"/>
                </a:tc>
                <a:extLst>
                  <a:ext uri="{0D108BD9-81ED-4DB2-BD59-A6C34878D82A}">
                    <a16:rowId xmlns:a16="http://schemas.microsoft.com/office/drawing/2014/main" val="2364442714"/>
                  </a:ext>
                </a:extLst>
              </a:tr>
              <a:tr h="551552">
                <a:tc>
                  <a:txBody>
                    <a:bodyPr/>
                    <a:lstStyle/>
                    <a:p>
                      <a:pPr algn="ctr"/>
                      <a:r>
                        <a:rPr lang="pt-BR" sz="2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Terça</a:t>
                      </a:r>
                      <a:endParaRPr lang="pt-B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15/abr</a:t>
                      </a:r>
                      <a:endParaRPr lang="pt-B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8,18</a:t>
                      </a:r>
                    </a:p>
                  </a:txBody>
                  <a:tcPr marL="13577" marR="13577" marT="13577" marB="0" anchor="ctr"/>
                </a:tc>
                <a:extLst>
                  <a:ext uri="{0D108BD9-81ED-4DB2-BD59-A6C34878D82A}">
                    <a16:rowId xmlns:a16="http://schemas.microsoft.com/office/drawing/2014/main" val="3437706998"/>
                  </a:ext>
                </a:extLst>
              </a:tr>
              <a:tr h="551552">
                <a:tc>
                  <a:txBody>
                    <a:bodyPr/>
                    <a:lstStyle/>
                    <a:p>
                      <a:pPr algn="ctr"/>
                      <a:r>
                        <a:rPr lang="pt-BR" sz="2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Quarta</a:t>
                      </a:r>
                      <a:endParaRPr lang="pt-B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16/abr</a:t>
                      </a:r>
                      <a:endParaRPr lang="pt-B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6,39</a:t>
                      </a:r>
                    </a:p>
                  </a:txBody>
                  <a:tcPr marL="13577" marR="13577" marT="13577" marB="0" anchor="ctr"/>
                </a:tc>
                <a:extLst>
                  <a:ext uri="{0D108BD9-81ED-4DB2-BD59-A6C34878D82A}">
                    <a16:rowId xmlns:a16="http://schemas.microsoft.com/office/drawing/2014/main" val="2940848060"/>
                  </a:ext>
                </a:extLst>
              </a:tr>
              <a:tr h="543997">
                <a:tc>
                  <a:txBody>
                    <a:bodyPr/>
                    <a:lstStyle/>
                    <a:p>
                      <a:pPr algn="ctr"/>
                      <a:r>
                        <a:rPr lang="pt-BR" sz="2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Média</a:t>
                      </a:r>
                      <a:endParaRPr lang="pt-BR" sz="2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/>
                      <a:endParaRPr lang="pt-BR" sz="2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336" marR="130336" marT="65168" marB="6516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7,84</a:t>
                      </a:r>
                    </a:p>
                  </a:txBody>
                  <a:tcPr marL="130336" marR="130336" marT="65168" marB="65168"/>
                </a:tc>
                <a:extLst>
                  <a:ext uri="{0D108BD9-81ED-4DB2-BD59-A6C34878D82A}">
                    <a16:rowId xmlns:a16="http://schemas.microsoft.com/office/drawing/2014/main" val="1496400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677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88357B2-0017-7D0F-9637-F5C1E204C1B3}"/>
              </a:ext>
            </a:extLst>
          </p:cNvPr>
          <p:cNvSpPr/>
          <p:nvPr/>
        </p:nvSpPr>
        <p:spPr>
          <a:xfrm>
            <a:off x="246743" y="1132113"/>
            <a:ext cx="246742" cy="2177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77247B5-2031-1160-A311-6AECD9A330D9}"/>
              </a:ext>
            </a:extLst>
          </p:cNvPr>
          <p:cNvSpPr txBox="1"/>
          <p:nvPr/>
        </p:nvSpPr>
        <p:spPr>
          <a:xfrm>
            <a:off x="493485" y="1056304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Qtd</a:t>
            </a:r>
            <a:r>
              <a:rPr lang="pt-BR" dirty="0"/>
              <a:t>/hora</a:t>
            </a:r>
          </a:p>
        </p:txBody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0222C770-2827-99A8-9EE0-23E69AF513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5388793"/>
              </p:ext>
            </p:extLst>
          </p:nvPr>
        </p:nvGraphicFramePr>
        <p:xfrm>
          <a:off x="2070100" y="110066"/>
          <a:ext cx="10121900" cy="67479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303AFA41-8BE9-1568-2EEA-620919CA14F7}"/>
              </a:ext>
            </a:extLst>
          </p:cNvPr>
          <p:cNvSpPr txBox="1"/>
          <p:nvPr/>
        </p:nvSpPr>
        <p:spPr>
          <a:xfrm>
            <a:off x="112485" y="1528512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Md</a:t>
            </a:r>
            <a:r>
              <a:rPr lang="pt-BR" dirty="0"/>
              <a:t>: 7,84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DDA5E24-3373-4AFF-4EEB-76F39AA1C71C}"/>
              </a:ext>
            </a:extLst>
          </p:cNvPr>
          <p:cNvSpPr txBox="1"/>
          <p:nvPr/>
        </p:nvSpPr>
        <p:spPr>
          <a:xfrm>
            <a:off x="112485" y="1955508"/>
            <a:ext cx="210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DP: 0,99 </a:t>
            </a:r>
            <a:r>
              <a:rPr lang="pt-BR" dirty="0" err="1"/>
              <a:t>arm</a:t>
            </a:r>
            <a:r>
              <a:rPr lang="pt-BR" dirty="0"/>
              <a:t>/</a:t>
            </a:r>
            <a:r>
              <a:rPr lang="pt-BR" dirty="0" err="1"/>
              <a:t>hr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327129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F29CCC-F6BE-3D63-D835-E1A31AA20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7050" y="390525"/>
            <a:ext cx="3517900" cy="1325563"/>
          </a:xfrm>
        </p:spPr>
        <p:txBody>
          <a:bodyPr/>
          <a:lstStyle/>
          <a:p>
            <a:r>
              <a:rPr lang="pt-BR" dirty="0">
                <a:solidFill>
                  <a:schemeClr val="bg2">
                    <a:lumMod val="75000"/>
                    <a:lumOff val="25000"/>
                  </a:schemeClr>
                </a:solidFill>
              </a:rPr>
              <a:t>JUSTIFICATIVA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CF2D8B-2C5A-E588-3BBC-3AF9A459E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547813"/>
            <a:ext cx="11353800" cy="4789487"/>
          </a:xfrm>
        </p:spPr>
        <p:txBody>
          <a:bodyPr>
            <a:normAutofit/>
          </a:bodyPr>
          <a:lstStyle/>
          <a:p>
            <a:pPr algn="l"/>
            <a:r>
              <a:rPr lang="pt-BR" sz="4000" b="0" i="0" dirty="0">
                <a:solidFill>
                  <a:srgbClr val="F9FAF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implementação de gráficos de colunas surge como uma solução estratégica por permitir uma análise visual intuitiva da evolução dos indicadores de produção. Esta representação gráfica facilita a comparação direta de desempenho entre diferentes períodos (dias, semanas e meses), transformando dados brutos em informações acionáveis.</a:t>
            </a:r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1024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429</TotalTime>
  <Words>566</Words>
  <Application>Microsoft Office PowerPoint</Application>
  <PresentationFormat>Widescreen</PresentationFormat>
  <Paragraphs>209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Relatório com gráficos</vt:lpstr>
      <vt:lpstr>INTRODUÇÃO</vt:lpstr>
      <vt:lpstr>METODOLOGIA</vt:lpstr>
      <vt:lpstr>Quantidade de armários         HG </vt:lpstr>
      <vt:lpstr>Apresentação do PowerPoint</vt:lpstr>
      <vt:lpstr>Quantidade de armários         HR </vt:lpstr>
      <vt:lpstr>Apresentação do PowerPoint</vt:lpstr>
      <vt:lpstr>Tempo de produção diário HG</vt:lpstr>
      <vt:lpstr>Apresentação do PowerPoint</vt:lpstr>
      <vt:lpstr>Tempo de produção diário HR</vt:lpstr>
      <vt:lpstr>Apresentação do PowerPoint</vt:lpstr>
      <vt:lpstr>Produção por hora HG</vt:lpstr>
      <vt:lpstr>Apresentação do PowerPoint</vt:lpstr>
      <vt:lpstr>Produção por hora HR</vt:lpstr>
      <vt:lpstr>Apresentação do PowerPoint</vt:lpstr>
      <vt:lpstr>JUSTIFICATIVA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Ramon Albuquerque</dc:creator>
  <cp:lastModifiedBy>Ramon Albuquerque</cp:lastModifiedBy>
  <cp:revision>2</cp:revision>
  <dcterms:created xsi:type="dcterms:W3CDTF">2025-10-28T20:10:17Z</dcterms:created>
  <dcterms:modified xsi:type="dcterms:W3CDTF">2025-11-05T00:29:26Z</dcterms:modified>
</cp:coreProperties>
</file>